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87" r:id="rId2"/>
    <p:sldId id="307" r:id="rId3"/>
    <p:sldId id="316" r:id="rId4"/>
    <p:sldId id="317" r:id="rId5"/>
    <p:sldId id="318" r:id="rId6"/>
    <p:sldId id="321" r:id="rId7"/>
    <p:sldId id="319" r:id="rId8"/>
    <p:sldId id="320" r:id="rId9"/>
    <p:sldId id="322" r:id="rId10"/>
    <p:sldId id="323" r:id="rId11"/>
  </p:sldIdLst>
  <p:sldSz cx="75596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00"/>
    <a:srgbClr val="C9003B"/>
    <a:srgbClr val="C37050"/>
    <a:srgbClr val="C1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02"/>
    <p:restoredTop sz="94694"/>
  </p:normalViewPr>
  <p:slideViewPr>
    <p:cSldViewPr snapToGrid="0">
      <p:cViewPr varScale="1">
        <p:scale>
          <a:sx n="138" d="100"/>
          <a:sy n="138" d="100"/>
        </p:scale>
        <p:origin x="17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824885"/>
            <a:ext cx="6425724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2647331"/>
            <a:ext cx="5669756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5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256579"/>
            <a:ext cx="6520220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3373044"/>
            <a:ext cx="6520220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/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2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68351"/>
            <a:ext cx="652022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235577"/>
            <a:ext cx="319809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1841114"/>
            <a:ext cx="3198096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235577"/>
            <a:ext cx="3213847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1841114"/>
            <a:ext cx="3213847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725713"/>
            <a:ext cx="3827085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9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725713"/>
            <a:ext cx="3827085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0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3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268350"/>
            <a:ext cx="1630055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68350"/>
            <a:ext cx="479566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97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268351"/>
            <a:ext cx="652022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341750"/>
            <a:ext cx="652022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4671625"/>
            <a:ext cx="255139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int max;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write("Count down from: 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(max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 max &gt; 0; max--)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write_line(max);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write_line(”Blast off !");</a:t>
              </a:r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292" y="5198943"/>
                <a:ext cx="0" cy="1908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1,2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670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max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298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6" y="1045029"/>
            <a:ext cx="407468" cy="286133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6FF88B3-B03A-3725-8B28-255F364ACE3A}"/>
              </a:ext>
            </a:extLst>
          </p:cNvPr>
          <p:cNvSpPr txBox="1"/>
          <p:nvPr/>
        </p:nvSpPr>
        <p:spPr>
          <a:xfrm>
            <a:off x="3325935" y="3584154"/>
            <a:ext cx="36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down from:</a:t>
            </a:r>
          </a:p>
        </p:txBody>
      </p:sp>
    </p:spTree>
    <p:extLst>
      <p:ext uri="{BB962C8B-B14F-4D97-AF65-F5344CB8AC3E}">
        <p14:creationId xmlns:p14="http://schemas.microsoft.com/office/powerpoint/2010/main" val="354459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down from: </a:t>
            </a:r>
            <a:r>
              <a:rPr lang="en-US" dirty="0">
                <a:solidFill>
                  <a:schemeClr val="accent1"/>
                </a:solidFill>
              </a:rPr>
              <a:t>10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down from: 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rgbClr val="0070C0"/>
                  </a:solidFill>
                </a:rPr>
                <a:t>max = to_integer(</a:t>
              </a:r>
              <a:r>
                <a:rPr lang="en-AU" sz="1600" dirty="0" err="1">
                  <a:solidFill>
                    <a:srgbClr val="0070C0"/>
                  </a:solidFill>
                </a:rPr>
                <a:t>read_line</a:t>
              </a:r>
              <a:r>
                <a:rPr lang="en-AU" sz="1600" dirty="0">
                  <a:solidFill>
                    <a:srgbClr val="0070C0"/>
                  </a:solidFill>
                </a:rPr>
                <a:t>()); 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max &gt; 0; max--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write_line(max);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write_line(”Blast off !");</a:t>
              </a:r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248747"/>
                <a:ext cx="0" cy="1908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3a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670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max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449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3b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546323"/>
            <a:ext cx="407468" cy="231699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10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5A2E5BD-8837-BD87-4508-236E4977ABE3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V="1">
            <a:off x="2802564" y="1234592"/>
            <a:ext cx="781535" cy="3978106"/>
          </a:xfrm>
          <a:prstGeom prst="curvedConnector2">
            <a:avLst/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19F53B-ED2F-CE28-41AA-DF59DE719C7E}"/>
              </a:ext>
            </a:extLst>
          </p:cNvPr>
          <p:cNvGrpSpPr/>
          <p:nvPr/>
        </p:nvGrpSpPr>
        <p:grpSpPr>
          <a:xfrm>
            <a:off x="3774511" y="1150766"/>
            <a:ext cx="2747683" cy="380218"/>
            <a:chOff x="3774511" y="1150766"/>
            <a:chExt cx="2747683" cy="3802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C55D36-1AA8-AFF6-4567-FD41CB560315}"/>
                </a:ext>
              </a:extLst>
            </p:cNvPr>
            <p:cNvSpPr txBox="1"/>
            <p:nvPr/>
          </p:nvSpPr>
          <p:spPr>
            <a:xfrm>
              <a:off x="3774511" y="1150766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3a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BF5F1F-6FF1-6738-B7DB-23809BC7FB55}"/>
                </a:ext>
              </a:extLst>
            </p:cNvPr>
            <p:cNvSpPr txBox="1"/>
            <p:nvPr/>
          </p:nvSpPr>
          <p:spPr>
            <a:xfrm>
              <a:off x="5422550" y="115853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1ED427-EA63-7678-BCDF-8E97C513D4A7}"/>
                </a:ext>
              </a:extLst>
            </p:cNvPr>
            <p:cNvSpPr txBox="1"/>
            <p:nvPr/>
          </p:nvSpPr>
          <p:spPr>
            <a:xfrm>
              <a:off x="6051276" y="116165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160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down from: 10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down from: 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max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 </a:t>
              </a:r>
              <a:r>
                <a:rPr lang="en-AU" sz="1600" dirty="0">
                  <a:solidFill>
                    <a:schemeClr val="accent1"/>
                  </a:solidFill>
                </a:rPr>
                <a:t>max &gt; 0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; max--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write_line(max);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write_line(”Blast off !");</a:t>
              </a:r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248747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3b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670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max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508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4,5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1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546323"/>
            <a:ext cx="407468" cy="230680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10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19F53B-ED2F-CE28-41AA-DF59DE719C7E}"/>
              </a:ext>
            </a:extLst>
          </p:cNvPr>
          <p:cNvGrpSpPr/>
          <p:nvPr/>
        </p:nvGrpSpPr>
        <p:grpSpPr>
          <a:xfrm>
            <a:off x="3774511" y="1150766"/>
            <a:ext cx="2747683" cy="380218"/>
            <a:chOff x="3774511" y="1150766"/>
            <a:chExt cx="2747683" cy="3802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C55D36-1AA8-AFF6-4567-FD41CB560315}"/>
                </a:ext>
              </a:extLst>
            </p:cNvPr>
            <p:cNvSpPr txBox="1"/>
            <p:nvPr/>
          </p:nvSpPr>
          <p:spPr>
            <a:xfrm>
              <a:off x="3774511" y="1150766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BF5F1F-6FF1-6738-B7DB-23809BC7FB55}"/>
                </a:ext>
              </a:extLst>
            </p:cNvPr>
            <p:cNvSpPr txBox="1"/>
            <p:nvPr/>
          </p:nvSpPr>
          <p:spPr>
            <a:xfrm>
              <a:off x="5422550" y="115853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Gaegu" pitchFamily="2" charset="0"/>
                  <a:ea typeface="Gaegu" pitchFamily="2" charset="0"/>
                </a:rPr>
                <a:t>3b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1ED427-EA63-7678-BCDF-8E97C513D4A7}"/>
                </a:ext>
              </a:extLst>
            </p:cNvPr>
            <p:cNvSpPr txBox="1"/>
            <p:nvPr/>
          </p:nvSpPr>
          <p:spPr>
            <a:xfrm>
              <a:off x="6051276" y="116165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3c</a:t>
              </a:r>
            </a:p>
          </p:txBody>
        </p:sp>
      </p:grp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391AB227-DED5-18D6-CCF3-E95FCC99124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04282" y="1665514"/>
            <a:ext cx="4218269" cy="1167364"/>
          </a:xfrm>
          <a:prstGeom prst="curvedConnector3">
            <a:avLst>
              <a:gd name="adj1" fmla="val -64"/>
            </a:avLst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46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down from: 10</a:t>
            </a:r>
          </a:p>
          <a:p>
            <a:r>
              <a:rPr lang="en-US" dirty="0"/>
              <a:t>10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write("Count down from: 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(max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 max &gt; 0; max--)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write_line(max);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write_line(”Blast off !");</a:t>
              </a:r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635157"/>
                <a:ext cx="0" cy="1908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4,5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670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max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508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3c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2016618"/>
            <a:ext cx="407468" cy="171690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19F53B-ED2F-CE28-41AA-DF59DE719C7E}"/>
              </a:ext>
            </a:extLst>
          </p:cNvPr>
          <p:cNvGrpSpPr/>
          <p:nvPr/>
        </p:nvGrpSpPr>
        <p:grpSpPr>
          <a:xfrm>
            <a:off x="3774511" y="1150766"/>
            <a:ext cx="2747683" cy="380218"/>
            <a:chOff x="3774511" y="1150766"/>
            <a:chExt cx="2747683" cy="3802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C55D36-1AA8-AFF6-4567-FD41CB560315}"/>
                </a:ext>
              </a:extLst>
            </p:cNvPr>
            <p:cNvSpPr txBox="1"/>
            <p:nvPr/>
          </p:nvSpPr>
          <p:spPr>
            <a:xfrm>
              <a:off x="3774511" y="1150766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BF5F1F-6FF1-6738-B7DB-23809BC7FB55}"/>
                </a:ext>
              </a:extLst>
            </p:cNvPr>
            <p:cNvSpPr txBox="1"/>
            <p:nvPr/>
          </p:nvSpPr>
          <p:spPr>
            <a:xfrm>
              <a:off x="5422550" y="115853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1ED427-EA63-7678-BCDF-8E97C513D4A7}"/>
                </a:ext>
              </a:extLst>
            </p:cNvPr>
            <p:cNvSpPr txBox="1"/>
            <p:nvPr/>
          </p:nvSpPr>
          <p:spPr>
            <a:xfrm>
              <a:off x="6051276" y="116165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3c</a:t>
              </a:r>
            </a:p>
          </p:txBody>
        </p:sp>
      </p:grp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BC7B21DF-B998-48DA-BC19-D00F0DDDE73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798750" y="2826146"/>
            <a:ext cx="1544603" cy="1285236"/>
          </a:xfrm>
          <a:prstGeom prst="curvedConnector3">
            <a:avLst>
              <a:gd name="adj1" fmla="val 69963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810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down from: 10</a:t>
            </a:r>
          </a:p>
          <a:p>
            <a:r>
              <a:rPr lang="en-US" dirty="0"/>
              <a:t>10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down from: 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max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 max &gt; 0; </a:t>
              </a:r>
              <a:r>
                <a:rPr lang="en-AU" sz="1600" dirty="0">
                  <a:solidFill>
                    <a:schemeClr val="accent1"/>
                  </a:solidFill>
                </a:rPr>
                <a:t>max--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write_line(max);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write_line(”Blast off !");</a:t>
              </a:r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635157"/>
                <a:ext cx="0" cy="1908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3c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843710" cy="671651"/>
              <a:chOff x="515794" y="3612564"/>
              <a:chExt cx="2144411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670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max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2083055" cy="307777"/>
              </a:xfrm>
              <a:custGeom>
                <a:avLst/>
                <a:gdLst>
                  <a:gd name="connsiteX0" fmla="*/ 0 w 2083055"/>
                  <a:gd name="connsiteY0" fmla="*/ 0 h 307777"/>
                  <a:gd name="connsiteX1" fmla="*/ 673521 w 2083055"/>
                  <a:gd name="connsiteY1" fmla="*/ 0 h 307777"/>
                  <a:gd name="connsiteX2" fmla="*/ 1305381 w 2083055"/>
                  <a:gd name="connsiteY2" fmla="*/ 0 h 307777"/>
                  <a:gd name="connsiteX3" fmla="*/ 2083055 w 2083055"/>
                  <a:gd name="connsiteY3" fmla="*/ 0 h 307777"/>
                  <a:gd name="connsiteX4" fmla="*/ 2083055 w 2083055"/>
                  <a:gd name="connsiteY4" fmla="*/ 307777 h 307777"/>
                  <a:gd name="connsiteX5" fmla="*/ 1430364 w 2083055"/>
                  <a:gd name="connsiteY5" fmla="*/ 307777 h 307777"/>
                  <a:gd name="connsiteX6" fmla="*/ 694352 w 2083055"/>
                  <a:gd name="connsiteY6" fmla="*/ 307777 h 307777"/>
                  <a:gd name="connsiteX7" fmla="*/ 0 w 2083055"/>
                  <a:gd name="connsiteY7" fmla="*/ 307777 h 307777"/>
                  <a:gd name="connsiteX8" fmla="*/ 0 w 2083055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83055" h="307777" extrusionOk="0">
                    <a:moveTo>
                      <a:pt x="0" y="0"/>
                    </a:moveTo>
                    <a:cubicBezTo>
                      <a:pt x="179522" y="-14549"/>
                      <a:pt x="405857" y="33431"/>
                      <a:pt x="673521" y="0"/>
                    </a:cubicBezTo>
                    <a:cubicBezTo>
                      <a:pt x="941185" y="-33431"/>
                      <a:pt x="1149279" y="-17056"/>
                      <a:pt x="1305381" y="0"/>
                    </a:cubicBezTo>
                    <a:cubicBezTo>
                      <a:pt x="1461483" y="17056"/>
                      <a:pt x="1707323" y="-14310"/>
                      <a:pt x="2083055" y="0"/>
                    </a:cubicBezTo>
                    <a:cubicBezTo>
                      <a:pt x="2088493" y="133970"/>
                      <a:pt x="2078898" y="197125"/>
                      <a:pt x="2083055" y="307777"/>
                    </a:cubicBezTo>
                    <a:cubicBezTo>
                      <a:pt x="1858530" y="275421"/>
                      <a:pt x="1731412" y="303088"/>
                      <a:pt x="1430364" y="307777"/>
                    </a:cubicBezTo>
                    <a:cubicBezTo>
                      <a:pt x="1129316" y="312466"/>
                      <a:pt x="1013911" y="285257"/>
                      <a:pt x="694352" y="307777"/>
                    </a:cubicBezTo>
                    <a:cubicBezTo>
                      <a:pt x="374793" y="330297"/>
                      <a:pt x="147520" y="304123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508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4,5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546323"/>
            <a:ext cx="407468" cy="230680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295207" y="2634176"/>
            <a:ext cx="749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9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19F53B-ED2F-CE28-41AA-DF59DE719C7E}"/>
              </a:ext>
            </a:extLst>
          </p:cNvPr>
          <p:cNvGrpSpPr/>
          <p:nvPr/>
        </p:nvGrpSpPr>
        <p:grpSpPr>
          <a:xfrm>
            <a:off x="3774511" y="1150766"/>
            <a:ext cx="2747683" cy="380218"/>
            <a:chOff x="3774511" y="1150766"/>
            <a:chExt cx="2747683" cy="3802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C55D36-1AA8-AFF6-4567-FD41CB560315}"/>
                </a:ext>
              </a:extLst>
            </p:cNvPr>
            <p:cNvSpPr txBox="1"/>
            <p:nvPr/>
          </p:nvSpPr>
          <p:spPr>
            <a:xfrm>
              <a:off x="3774511" y="1150766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BF5F1F-6FF1-6738-B7DB-23809BC7FB55}"/>
                </a:ext>
              </a:extLst>
            </p:cNvPr>
            <p:cNvSpPr txBox="1"/>
            <p:nvPr/>
          </p:nvSpPr>
          <p:spPr>
            <a:xfrm>
              <a:off x="5422550" y="115853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1ED427-EA63-7678-BCDF-8E97C513D4A7}"/>
                </a:ext>
              </a:extLst>
            </p:cNvPr>
            <p:cNvSpPr txBox="1"/>
            <p:nvPr/>
          </p:nvSpPr>
          <p:spPr>
            <a:xfrm>
              <a:off x="6051276" y="116165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Gaegu" pitchFamily="2" charset="0"/>
                  <a:ea typeface="Gaegu" pitchFamily="2" charset="0"/>
                </a:rPr>
                <a:t>3c</a:t>
              </a:r>
            </a:p>
          </p:txBody>
        </p:sp>
      </p:grp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CFE55B41-9874-2C35-170A-47EEAE4A1FB5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298436" cy="12702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88D012E1-DCE7-570B-28DC-B709E9E60350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 flipV="1">
            <a:off x="1044732" y="1657166"/>
            <a:ext cx="5273933" cy="1161676"/>
          </a:xfrm>
          <a:prstGeom prst="curvedConnector3">
            <a:avLst>
              <a:gd name="adj1" fmla="val 2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606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down from: 10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down from: 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max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 </a:t>
              </a:r>
              <a:r>
                <a:rPr lang="en-AU" sz="1600" dirty="0">
                  <a:solidFill>
                    <a:schemeClr val="accent1"/>
                  </a:solidFill>
                </a:rPr>
                <a:t>max &gt; 0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; max--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write_line(max);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write_line(”Blast off !");</a:t>
              </a:r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248747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3b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670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max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508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4,5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1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546323"/>
            <a:ext cx="407468" cy="231699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19F53B-ED2F-CE28-41AA-DF59DE719C7E}"/>
              </a:ext>
            </a:extLst>
          </p:cNvPr>
          <p:cNvGrpSpPr/>
          <p:nvPr/>
        </p:nvGrpSpPr>
        <p:grpSpPr>
          <a:xfrm>
            <a:off x="3774511" y="1150766"/>
            <a:ext cx="2747683" cy="380218"/>
            <a:chOff x="3774511" y="1150766"/>
            <a:chExt cx="2747683" cy="3802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C55D36-1AA8-AFF6-4567-FD41CB560315}"/>
                </a:ext>
              </a:extLst>
            </p:cNvPr>
            <p:cNvSpPr txBox="1"/>
            <p:nvPr/>
          </p:nvSpPr>
          <p:spPr>
            <a:xfrm>
              <a:off x="3774511" y="1150766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BF5F1F-6FF1-6738-B7DB-23809BC7FB55}"/>
                </a:ext>
              </a:extLst>
            </p:cNvPr>
            <p:cNvSpPr txBox="1"/>
            <p:nvPr/>
          </p:nvSpPr>
          <p:spPr>
            <a:xfrm>
              <a:off x="5422550" y="115853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Gaegu" pitchFamily="2" charset="0"/>
                  <a:ea typeface="Gaegu" pitchFamily="2" charset="0"/>
                </a:rPr>
                <a:t>3b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1ED427-EA63-7678-BCDF-8E97C513D4A7}"/>
                </a:ext>
              </a:extLst>
            </p:cNvPr>
            <p:cNvSpPr txBox="1"/>
            <p:nvPr/>
          </p:nvSpPr>
          <p:spPr>
            <a:xfrm>
              <a:off x="6051276" y="116165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3c</a:t>
              </a:r>
            </a:p>
          </p:txBody>
        </p:sp>
      </p:grp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391AB227-DED5-18D6-CCF3-E95FCC99124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04282" y="1665514"/>
            <a:ext cx="4218269" cy="1167364"/>
          </a:xfrm>
          <a:prstGeom prst="curvedConnector3">
            <a:avLst>
              <a:gd name="adj1" fmla="val -64"/>
            </a:avLst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6D68FD-4CF5-EECF-828D-2DD8C9BF4F99}"/>
              </a:ext>
            </a:extLst>
          </p:cNvPr>
          <p:cNvSpPr txBox="1"/>
          <p:nvPr/>
        </p:nvSpPr>
        <p:spPr>
          <a:xfrm>
            <a:off x="295207" y="2634176"/>
            <a:ext cx="749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9</a:t>
            </a:r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2BB280DE-D2AB-C9F0-F6E1-011DA9B05A6C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298436" cy="12702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88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down from: 10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</a:p>
          <a:p>
            <a:r>
              <a:rPr lang="en-US" dirty="0"/>
              <a:t>9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down from: 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(max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 max &gt; 0; max--)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write_line(max);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write_line(”Blast off !");</a:t>
              </a:r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968276"/>
                <a:ext cx="0" cy="1908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4,5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843709" cy="671651"/>
              <a:chOff x="515794" y="3612564"/>
              <a:chExt cx="2144409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670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max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2083053" cy="307777"/>
              </a:xfrm>
              <a:custGeom>
                <a:avLst/>
                <a:gdLst>
                  <a:gd name="connsiteX0" fmla="*/ 0 w 2083053"/>
                  <a:gd name="connsiteY0" fmla="*/ 0 h 307777"/>
                  <a:gd name="connsiteX1" fmla="*/ 673520 w 2083053"/>
                  <a:gd name="connsiteY1" fmla="*/ 0 h 307777"/>
                  <a:gd name="connsiteX2" fmla="*/ 1305380 w 2083053"/>
                  <a:gd name="connsiteY2" fmla="*/ 0 h 307777"/>
                  <a:gd name="connsiteX3" fmla="*/ 2083053 w 2083053"/>
                  <a:gd name="connsiteY3" fmla="*/ 0 h 307777"/>
                  <a:gd name="connsiteX4" fmla="*/ 2083053 w 2083053"/>
                  <a:gd name="connsiteY4" fmla="*/ 307777 h 307777"/>
                  <a:gd name="connsiteX5" fmla="*/ 1430363 w 2083053"/>
                  <a:gd name="connsiteY5" fmla="*/ 307777 h 307777"/>
                  <a:gd name="connsiteX6" fmla="*/ 694351 w 2083053"/>
                  <a:gd name="connsiteY6" fmla="*/ 307777 h 307777"/>
                  <a:gd name="connsiteX7" fmla="*/ 0 w 2083053"/>
                  <a:gd name="connsiteY7" fmla="*/ 307777 h 307777"/>
                  <a:gd name="connsiteX8" fmla="*/ 0 w 2083053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83053" h="307777" extrusionOk="0">
                    <a:moveTo>
                      <a:pt x="0" y="0"/>
                    </a:moveTo>
                    <a:cubicBezTo>
                      <a:pt x="181374" y="-12353"/>
                      <a:pt x="408259" y="-29961"/>
                      <a:pt x="673520" y="0"/>
                    </a:cubicBezTo>
                    <a:cubicBezTo>
                      <a:pt x="938781" y="29961"/>
                      <a:pt x="1149278" y="-17056"/>
                      <a:pt x="1305380" y="0"/>
                    </a:cubicBezTo>
                    <a:cubicBezTo>
                      <a:pt x="1461482" y="17056"/>
                      <a:pt x="1709290" y="-9944"/>
                      <a:pt x="2083053" y="0"/>
                    </a:cubicBezTo>
                    <a:cubicBezTo>
                      <a:pt x="2088491" y="133970"/>
                      <a:pt x="2078896" y="197125"/>
                      <a:pt x="2083053" y="307777"/>
                    </a:cubicBezTo>
                    <a:cubicBezTo>
                      <a:pt x="1856848" y="335618"/>
                      <a:pt x="1726925" y="299114"/>
                      <a:pt x="1430363" y="307777"/>
                    </a:cubicBezTo>
                    <a:cubicBezTo>
                      <a:pt x="1133801" y="316441"/>
                      <a:pt x="1013910" y="285257"/>
                      <a:pt x="694351" y="307777"/>
                    </a:cubicBezTo>
                    <a:cubicBezTo>
                      <a:pt x="374792" y="330297"/>
                      <a:pt x="147466" y="302666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508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3c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2016618"/>
            <a:ext cx="407468" cy="171690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19F53B-ED2F-CE28-41AA-DF59DE719C7E}"/>
              </a:ext>
            </a:extLst>
          </p:cNvPr>
          <p:cNvGrpSpPr/>
          <p:nvPr/>
        </p:nvGrpSpPr>
        <p:grpSpPr>
          <a:xfrm>
            <a:off x="3774511" y="1150766"/>
            <a:ext cx="2747683" cy="380218"/>
            <a:chOff x="3774511" y="1150766"/>
            <a:chExt cx="2747683" cy="3802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C55D36-1AA8-AFF6-4567-FD41CB560315}"/>
                </a:ext>
              </a:extLst>
            </p:cNvPr>
            <p:cNvSpPr txBox="1"/>
            <p:nvPr/>
          </p:nvSpPr>
          <p:spPr>
            <a:xfrm>
              <a:off x="3774511" y="1150766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BF5F1F-6FF1-6738-B7DB-23809BC7FB55}"/>
                </a:ext>
              </a:extLst>
            </p:cNvPr>
            <p:cNvSpPr txBox="1"/>
            <p:nvPr/>
          </p:nvSpPr>
          <p:spPr>
            <a:xfrm>
              <a:off x="5422550" y="115853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1ED427-EA63-7678-BCDF-8E97C513D4A7}"/>
                </a:ext>
              </a:extLst>
            </p:cNvPr>
            <p:cNvSpPr txBox="1"/>
            <p:nvPr/>
          </p:nvSpPr>
          <p:spPr>
            <a:xfrm>
              <a:off x="6051276" y="116165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3c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5EFA90B-4428-4B74-C0A6-26E7CB92B3BD}"/>
              </a:ext>
            </a:extLst>
          </p:cNvPr>
          <p:cNvSpPr txBox="1"/>
          <p:nvPr/>
        </p:nvSpPr>
        <p:spPr>
          <a:xfrm>
            <a:off x="332461" y="2634176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  <a:r>
              <a:rPr lang="en-US" dirty="0"/>
              <a:t>   9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13E57938-21F0-AD10-4B4B-E30FAC162396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298436" cy="12702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F51C8EB4-1571-2DA8-9D44-7CA4C351EC4A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044731" y="2818842"/>
            <a:ext cx="2298622" cy="1508609"/>
          </a:xfrm>
          <a:prstGeom prst="curvedConnector3">
            <a:avLst>
              <a:gd name="adj1" fmla="val 80992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540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34350" y="226845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down from: 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max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 max &gt; 0; </a:t>
              </a:r>
              <a:r>
                <a:rPr lang="en-AU" sz="1600" dirty="0">
                  <a:solidFill>
                    <a:schemeClr val="accent1"/>
                  </a:solidFill>
                </a:rPr>
                <a:t>max--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write_line(max);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write_line(”Blast off !");</a:t>
              </a:r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55470"/>
              <a:ext cx="7081019" cy="2644340"/>
              <a:chOff x="239327" y="675873"/>
              <a:chExt cx="7081020" cy="7157154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675873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3c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5814" y="-800115"/>
              <a:ext cx="1910603" cy="671651"/>
              <a:chOff x="513909" y="3612564"/>
              <a:chExt cx="222221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670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max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13909" y="3976438"/>
                <a:ext cx="2222214" cy="307777"/>
              </a:xfrm>
              <a:custGeom>
                <a:avLst/>
                <a:gdLst>
                  <a:gd name="connsiteX0" fmla="*/ 0 w 2222214"/>
                  <a:gd name="connsiteY0" fmla="*/ 0 h 307777"/>
                  <a:gd name="connsiteX1" fmla="*/ 533331 w 2222214"/>
                  <a:gd name="connsiteY1" fmla="*/ 0 h 307777"/>
                  <a:gd name="connsiteX2" fmla="*/ 1022218 w 2222214"/>
                  <a:gd name="connsiteY2" fmla="*/ 0 h 307777"/>
                  <a:gd name="connsiteX3" fmla="*/ 1622216 w 2222214"/>
                  <a:gd name="connsiteY3" fmla="*/ 0 h 307777"/>
                  <a:gd name="connsiteX4" fmla="*/ 2222214 w 2222214"/>
                  <a:gd name="connsiteY4" fmla="*/ 0 h 307777"/>
                  <a:gd name="connsiteX5" fmla="*/ 2222214 w 2222214"/>
                  <a:gd name="connsiteY5" fmla="*/ 307777 h 307777"/>
                  <a:gd name="connsiteX6" fmla="*/ 1711105 w 2222214"/>
                  <a:gd name="connsiteY6" fmla="*/ 307777 h 307777"/>
                  <a:gd name="connsiteX7" fmla="*/ 1199996 w 2222214"/>
                  <a:gd name="connsiteY7" fmla="*/ 307777 h 307777"/>
                  <a:gd name="connsiteX8" fmla="*/ 599998 w 2222214"/>
                  <a:gd name="connsiteY8" fmla="*/ 307777 h 307777"/>
                  <a:gd name="connsiteX9" fmla="*/ 0 w 2222214"/>
                  <a:gd name="connsiteY9" fmla="*/ 307777 h 307777"/>
                  <a:gd name="connsiteX10" fmla="*/ 0 w 2222214"/>
                  <a:gd name="connsiteY10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22214" h="307777" extrusionOk="0">
                    <a:moveTo>
                      <a:pt x="0" y="0"/>
                    </a:moveTo>
                    <a:cubicBezTo>
                      <a:pt x="172972" y="22324"/>
                      <a:pt x="369643" y="-21492"/>
                      <a:pt x="533331" y="0"/>
                    </a:cubicBezTo>
                    <a:cubicBezTo>
                      <a:pt x="697019" y="21492"/>
                      <a:pt x="778527" y="-1501"/>
                      <a:pt x="1022218" y="0"/>
                    </a:cubicBezTo>
                    <a:cubicBezTo>
                      <a:pt x="1265909" y="1501"/>
                      <a:pt x="1494216" y="21737"/>
                      <a:pt x="1622216" y="0"/>
                    </a:cubicBezTo>
                    <a:cubicBezTo>
                      <a:pt x="1750216" y="-21737"/>
                      <a:pt x="2102026" y="-20151"/>
                      <a:pt x="2222214" y="0"/>
                    </a:cubicBezTo>
                    <a:cubicBezTo>
                      <a:pt x="2226801" y="131595"/>
                      <a:pt x="2216259" y="214584"/>
                      <a:pt x="2222214" y="307777"/>
                    </a:cubicBezTo>
                    <a:cubicBezTo>
                      <a:pt x="2061826" y="333296"/>
                      <a:pt x="1853343" y="311786"/>
                      <a:pt x="1711105" y="307777"/>
                    </a:cubicBezTo>
                    <a:cubicBezTo>
                      <a:pt x="1568867" y="303768"/>
                      <a:pt x="1437409" y="284327"/>
                      <a:pt x="1199996" y="307777"/>
                    </a:cubicBezTo>
                    <a:cubicBezTo>
                      <a:pt x="962583" y="331227"/>
                      <a:pt x="723613" y="302568"/>
                      <a:pt x="599998" y="307777"/>
                    </a:cubicBezTo>
                    <a:cubicBezTo>
                      <a:pt x="476383" y="312986"/>
                      <a:pt x="194204" y="288798"/>
                      <a:pt x="0" y="307777"/>
                    </a:cubicBezTo>
                    <a:cubicBezTo>
                      <a:pt x="11260" y="203020"/>
                      <a:pt x="2767" y="11183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508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3b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547409"/>
            <a:ext cx="407468" cy="232444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239884" y="2673061"/>
            <a:ext cx="2026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10 9 8 7 6 5 4 3 2 1   </a:t>
            </a:r>
            <a:r>
              <a:rPr lang="en-US" sz="1600" dirty="0">
                <a:solidFill>
                  <a:schemeClr val="accent1"/>
                </a:solidFill>
              </a:rPr>
              <a:t>0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19F53B-ED2F-CE28-41AA-DF59DE719C7E}"/>
              </a:ext>
            </a:extLst>
          </p:cNvPr>
          <p:cNvGrpSpPr/>
          <p:nvPr/>
        </p:nvGrpSpPr>
        <p:grpSpPr>
          <a:xfrm>
            <a:off x="3774511" y="1150766"/>
            <a:ext cx="2747683" cy="380218"/>
            <a:chOff x="3774511" y="1150766"/>
            <a:chExt cx="2747683" cy="3802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C55D36-1AA8-AFF6-4567-FD41CB560315}"/>
                </a:ext>
              </a:extLst>
            </p:cNvPr>
            <p:cNvSpPr txBox="1"/>
            <p:nvPr/>
          </p:nvSpPr>
          <p:spPr>
            <a:xfrm>
              <a:off x="3774511" y="1150766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BF5F1F-6FF1-6738-B7DB-23809BC7FB55}"/>
                </a:ext>
              </a:extLst>
            </p:cNvPr>
            <p:cNvSpPr txBox="1"/>
            <p:nvPr/>
          </p:nvSpPr>
          <p:spPr>
            <a:xfrm>
              <a:off x="5422550" y="115853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1ED427-EA63-7678-BCDF-8E97C513D4A7}"/>
                </a:ext>
              </a:extLst>
            </p:cNvPr>
            <p:cNvSpPr txBox="1"/>
            <p:nvPr/>
          </p:nvSpPr>
          <p:spPr>
            <a:xfrm>
              <a:off x="6051276" y="116165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Gaegu" pitchFamily="2" charset="0"/>
                  <a:ea typeface="Gaegu" pitchFamily="2" charset="0"/>
                </a:rPr>
                <a:t>3c</a:t>
              </a:r>
            </a:p>
          </p:txBody>
        </p:sp>
      </p:grp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CFE55B41-9874-2C35-170A-47EEAE4A1FB5}"/>
              </a:ext>
            </a:extLst>
          </p:cNvPr>
          <p:cNvCxnSpPr>
            <a:cxnSpLocks/>
          </p:cNvCxnSpPr>
          <p:nvPr/>
        </p:nvCxnSpPr>
        <p:spPr>
          <a:xfrm flipV="1">
            <a:off x="310554" y="2834679"/>
            <a:ext cx="1569911" cy="962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5A37FC-4EF9-0E5A-77EB-5C207D24737E}"/>
              </a:ext>
            </a:extLst>
          </p:cNvPr>
          <p:cNvCxnSpPr>
            <a:cxnSpLocks/>
          </p:cNvCxnSpPr>
          <p:nvPr/>
        </p:nvCxnSpPr>
        <p:spPr>
          <a:xfrm flipV="1">
            <a:off x="3473515" y="4532471"/>
            <a:ext cx="0" cy="155924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88D012E1-DCE7-570B-28DC-B709E9E60350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 flipV="1">
            <a:off x="2266431" y="1662082"/>
            <a:ext cx="4020305" cy="1180255"/>
          </a:xfrm>
          <a:prstGeom prst="curvedConnector3">
            <a:avLst>
              <a:gd name="adj1" fmla="val 26991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184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down from: 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max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 </a:t>
              </a:r>
              <a:r>
                <a:rPr lang="en-AU" sz="1600" dirty="0">
                  <a:solidFill>
                    <a:schemeClr val="accent1"/>
                  </a:solidFill>
                </a:rPr>
                <a:t>max &gt; 0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; max--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write_line(max);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write_line(”Blast off !");</a:t>
              </a:r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951540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297435" y="-800115"/>
              <a:ext cx="576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max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508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1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546323"/>
            <a:ext cx="407468" cy="231699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19F53B-ED2F-CE28-41AA-DF59DE719C7E}"/>
              </a:ext>
            </a:extLst>
          </p:cNvPr>
          <p:cNvGrpSpPr/>
          <p:nvPr/>
        </p:nvGrpSpPr>
        <p:grpSpPr>
          <a:xfrm>
            <a:off x="3774511" y="1150766"/>
            <a:ext cx="2747683" cy="380218"/>
            <a:chOff x="3774511" y="1150766"/>
            <a:chExt cx="2747683" cy="3802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C55D36-1AA8-AFF6-4567-FD41CB560315}"/>
                </a:ext>
              </a:extLst>
            </p:cNvPr>
            <p:cNvSpPr txBox="1"/>
            <p:nvPr/>
          </p:nvSpPr>
          <p:spPr>
            <a:xfrm>
              <a:off x="3774511" y="1150766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BF5F1F-6FF1-6738-B7DB-23809BC7FB55}"/>
                </a:ext>
              </a:extLst>
            </p:cNvPr>
            <p:cNvSpPr txBox="1"/>
            <p:nvPr/>
          </p:nvSpPr>
          <p:spPr>
            <a:xfrm>
              <a:off x="5422550" y="115853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Gaegu" pitchFamily="2" charset="0"/>
                  <a:ea typeface="Gaegu" pitchFamily="2" charset="0"/>
                </a:rPr>
                <a:t>3b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1ED427-EA63-7678-BCDF-8E97C513D4A7}"/>
                </a:ext>
              </a:extLst>
            </p:cNvPr>
            <p:cNvSpPr txBox="1"/>
            <p:nvPr/>
          </p:nvSpPr>
          <p:spPr>
            <a:xfrm>
              <a:off x="6051276" y="116165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3c</a:t>
              </a:r>
            </a:p>
          </p:txBody>
        </p:sp>
      </p:grp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391AB227-DED5-18D6-CCF3-E95FCC99124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98864" y="1665513"/>
            <a:ext cx="3223689" cy="1178785"/>
          </a:xfrm>
          <a:prstGeom prst="curvedConnector3">
            <a:avLst>
              <a:gd name="adj1" fmla="val 196"/>
            </a:avLst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3193013-F8B2-D5B6-CD17-583871A62213}"/>
              </a:ext>
            </a:extLst>
          </p:cNvPr>
          <p:cNvSpPr txBox="1"/>
          <p:nvPr/>
        </p:nvSpPr>
        <p:spPr>
          <a:xfrm>
            <a:off x="239884" y="2662427"/>
            <a:ext cx="2026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10 9 8 7 6 5 4 3 2 1   </a:t>
            </a:r>
            <a:r>
              <a:rPr lang="en-US" sz="1600" dirty="0">
                <a:solidFill>
                  <a:schemeClr val="accent1"/>
                </a:solidFill>
              </a:rPr>
              <a:t>0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3FBD899B-F690-4373-113F-437ECD31A056}"/>
              </a:ext>
            </a:extLst>
          </p:cNvPr>
          <p:cNvCxnSpPr>
            <a:cxnSpLocks/>
          </p:cNvCxnSpPr>
          <p:nvPr/>
        </p:nvCxnSpPr>
        <p:spPr>
          <a:xfrm flipV="1">
            <a:off x="310554" y="2834679"/>
            <a:ext cx="1569911" cy="962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F6F3695-BF5B-111A-1C09-5CB3B08D4524}"/>
              </a:ext>
            </a:extLst>
          </p:cNvPr>
          <p:cNvSpPr/>
          <p:nvPr/>
        </p:nvSpPr>
        <p:spPr>
          <a:xfrm>
            <a:off x="298893" y="2680791"/>
            <a:ext cx="1910603" cy="307777"/>
          </a:xfrm>
          <a:custGeom>
            <a:avLst/>
            <a:gdLst>
              <a:gd name="connsiteX0" fmla="*/ 0 w 1910603"/>
              <a:gd name="connsiteY0" fmla="*/ 0 h 307777"/>
              <a:gd name="connsiteX1" fmla="*/ 617762 w 1910603"/>
              <a:gd name="connsiteY1" fmla="*/ 0 h 307777"/>
              <a:gd name="connsiteX2" fmla="*/ 1197311 w 1910603"/>
              <a:gd name="connsiteY2" fmla="*/ 0 h 307777"/>
              <a:gd name="connsiteX3" fmla="*/ 1910603 w 1910603"/>
              <a:gd name="connsiteY3" fmla="*/ 0 h 307777"/>
              <a:gd name="connsiteX4" fmla="*/ 1910603 w 1910603"/>
              <a:gd name="connsiteY4" fmla="*/ 307777 h 307777"/>
              <a:gd name="connsiteX5" fmla="*/ 1311947 w 1910603"/>
              <a:gd name="connsiteY5" fmla="*/ 307777 h 307777"/>
              <a:gd name="connsiteX6" fmla="*/ 636868 w 1910603"/>
              <a:gd name="connsiteY6" fmla="*/ 307777 h 307777"/>
              <a:gd name="connsiteX7" fmla="*/ 0 w 1910603"/>
              <a:gd name="connsiteY7" fmla="*/ 307777 h 307777"/>
              <a:gd name="connsiteX8" fmla="*/ 0 w 1910603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0603" h="307777" extrusionOk="0">
                <a:moveTo>
                  <a:pt x="0" y="0"/>
                </a:moveTo>
                <a:cubicBezTo>
                  <a:pt x="233330" y="-22153"/>
                  <a:pt x="356826" y="25841"/>
                  <a:pt x="617762" y="0"/>
                </a:cubicBezTo>
                <a:cubicBezTo>
                  <a:pt x="878698" y="-25841"/>
                  <a:pt x="1077408" y="3521"/>
                  <a:pt x="1197311" y="0"/>
                </a:cubicBezTo>
                <a:cubicBezTo>
                  <a:pt x="1317214" y="-3521"/>
                  <a:pt x="1608901" y="11482"/>
                  <a:pt x="1910603" y="0"/>
                </a:cubicBezTo>
                <a:cubicBezTo>
                  <a:pt x="1916041" y="133970"/>
                  <a:pt x="1906446" y="197125"/>
                  <a:pt x="1910603" y="307777"/>
                </a:cubicBezTo>
                <a:cubicBezTo>
                  <a:pt x="1614974" y="304764"/>
                  <a:pt x="1500224" y="336052"/>
                  <a:pt x="1311947" y="307777"/>
                </a:cubicBezTo>
                <a:cubicBezTo>
                  <a:pt x="1123670" y="279502"/>
                  <a:pt x="879144" y="327016"/>
                  <a:pt x="636868" y="307777"/>
                </a:cubicBezTo>
                <a:cubicBezTo>
                  <a:pt x="394592" y="288538"/>
                  <a:pt x="297176" y="318196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43670B-7311-788A-CB89-89AE2450F67A}"/>
              </a:ext>
            </a:extLst>
          </p:cNvPr>
          <p:cNvSpPr txBox="1"/>
          <p:nvPr/>
        </p:nvSpPr>
        <p:spPr>
          <a:xfrm>
            <a:off x="3343353" y="3614412"/>
            <a:ext cx="3678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39078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down from: 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(max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 max &gt; 0; max--)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>
                  <a:solidFill>
                    <a:schemeClr val="bg1">
                      <a:lumMod val="65000"/>
                    </a:schemeClr>
                  </a:solidFill>
                </a:rPr>
                <a:t>    write_line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(max);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write_line(”Blast off !");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297435" y="-800115"/>
              <a:ext cx="576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max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508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546323"/>
            <a:ext cx="407468" cy="231699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19F53B-ED2F-CE28-41AA-DF59DE719C7E}"/>
              </a:ext>
            </a:extLst>
          </p:cNvPr>
          <p:cNvGrpSpPr/>
          <p:nvPr/>
        </p:nvGrpSpPr>
        <p:grpSpPr>
          <a:xfrm>
            <a:off x="3774511" y="1150766"/>
            <a:ext cx="2747683" cy="380218"/>
            <a:chOff x="3774511" y="1150766"/>
            <a:chExt cx="2747683" cy="3802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C55D36-1AA8-AFF6-4567-FD41CB560315}"/>
                </a:ext>
              </a:extLst>
            </p:cNvPr>
            <p:cNvSpPr txBox="1"/>
            <p:nvPr/>
          </p:nvSpPr>
          <p:spPr>
            <a:xfrm>
              <a:off x="3774511" y="1150766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BF5F1F-6FF1-6738-B7DB-23809BC7FB55}"/>
                </a:ext>
              </a:extLst>
            </p:cNvPr>
            <p:cNvSpPr txBox="1"/>
            <p:nvPr/>
          </p:nvSpPr>
          <p:spPr>
            <a:xfrm>
              <a:off x="5422550" y="115853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1ED427-EA63-7678-BCDF-8E97C513D4A7}"/>
                </a:ext>
              </a:extLst>
            </p:cNvPr>
            <p:cNvSpPr txBox="1"/>
            <p:nvPr/>
          </p:nvSpPr>
          <p:spPr>
            <a:xfrm>
              <a:off x="6051276" y="116165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3c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3193013-F8B2-D5B6-CD17-583871A62213}"/>
              </a:ext>
            </a:extLst>
          </p:cNvPr>
          <p:cNvSpPr txBox="1"/>
          <p:nvPr/>
        </p:nvSpPr>
        <p:spPr>
          <a:xfrm>
            <a:off x="239884" y="2662427"/>
            <a:ext cx="2026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10 9 8 7 6 5 4 3 2 1   0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3FBD899B-F690-4373-113F-437ECD31A056}"/>
              </a:ext>
            </a:extLst>
          </p:cNvPr>
          <p:cNvCxnSpPr>
            <a:cxnSpLocks/>
          </p:cNvCxnSpPr>
          <p:nvPr/>
        </p:nvCxnSpPr>
        <p:spPr>
          <a:xfrm flipV="1">
            <a:off x="310554" y="2834679"/>
            <a:ext cx="1569911" cy="962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F6F3695-BF5B-111A-1C09-5CB3B08D4524}"/>
              </a:ext>
            </a:extLst>
          </p:cNvPr>
          <p:cNvSpPr/>
          <p:nvPr/>
        </p:nvSpPr>
        <p:spPr>
          <a:xfrm>
            <a:off x="298893" y="2680791"/>
            <a:ext cx="1910603" cy="307777"/>
          </a:xfrm>
          <a:custGeom>
            <a:avLst/>
            <a:gdLst>
              <a:gd name="connsiteX0" fmla="*/ 0 w 1910603"/>
              <a:gd name="connsiteY0" fmla="*/ 0 h 307777"/>
              <a:gd name="connsiteX1" fmla="*/ 617762 w 1910603"/>
              <a:gd name="connsiteY1" fmla="*/ 0 h 307777"/>
              <a:gd name="connsiteX2" fmla="*/ 1197311 w 1910603"/>
              <a:gd name="connsiteY2" fmla="*/ 0 h 307777"/>
              <a:gd name="connsiteX3" fmla="*/ 1910603 w 1910603"/>
              <a:gd name="connsiteY3" fmla="*/ 0 h 307777"/>
              <a:gd name="connsiteX4" fmla="*/ 1910603 w 1910603"/>
              <a:gd name="connsiteY4" fmla="*/ 307777 h 307777"/>
              <a:gd name="connsiteX5" fmla="*/ 1311947 w 1910603"/>
              <a:gd name="connsiteY5" fmla="*/ 307777 h 307777"/>
              <a:gd name="connsiteX6" fmla="*/ 636868 w 1910603"/>
              <a:gd name="connsiteY6" fmla="*/ 307777 h 307777"/>
              <a:gd name="connsiteX7" fmla="*/ 0 w 1910603"/>
              <a:gd name="connsiteY7" fmla="*/ 307777 h 307777"/>
              <a:gd name="connsiteX8" fmla="*/ 0 w 1910603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0603" h="307777" extrusionOk="0">
                <a:moveTo>
                  <a:pt x="0" y="0"/>
                </a:moveTo>
                <a:cubicBezTo>
                  <a:pt x="233330" y="-22153"/>
                  <a:pt x="356826" y="25841"/>
                  <a:pt x="617762" y="0"/>
                </a:cubicBezTo>
                <a:cubicBezTo>
                  <a:pt x="878698" y="-25841"/>
                  <a:pt x="1077408" y="3521"/>
                  <a:pt x="1197311" y="0"/>
                </a:cubicBezTo>
                <a:cubicBezTo>
                  <a:pt x="1317214" y="-3521"/>
                  <a:pt x="1608901" y="11482"/>
                  <a:pt x="1910603" y="0"/>
                </a:cubicBezTo>
                <a:cubicBezTo>
                  <a:pt x="1916041" y="133970"/>
                  <a:pt x="1906446" y="197125"/>
                  <a:pt x="1910603" y="307777"/>
                </a:cubicBezTo>
                <a:cubicBezTo>
                  <a:pt x="1614974" y="304764"/>
                  <a:pt x="1500224" y="336052"/>
                  <a:pt x="1311947" y="307777"/>
                </a:cubicBezTo>
                <a:cubicBezTo>
                  <a:pt x="1123670" y="279502"/>
                  <a:pt x="879144" y="327016"/>
                  <a:pt x="636868" y="307777"/>
                </a:cubicBezTo>
                <a:cubicBezTo>
                  <a:pt x="394592" y="288538"/>
                  <a:pt x="297176" y="318196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84C83-FDD8-8CEA-5E11-CC4FE85A4D14}"/>
              </a:ext>
            </a:extLst>
          </p:cNvPr>
          <p:cNvSpPr txBox="1"/>
          <p:nvPr/>
        </p:nvSpPr>
        <p:spPr>
          <a:xfrm>
            <a:off x="3343353" y="3614412"/>
            <a:ext cx="3678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  <a:p>
            <a:r>
              <a:rPr lang="en-US" dirty="0"/>
              <a:t>Blast off !</a:t>
            </a:r>
          </a:p>
        </p:txBody>
      </p:sp>
    </p:spTree>
    <p:extLst>
      <p:ext uri="{BB962C8B-B14F-4D97-AF65-F5344CB8AC3E}">
        <p14:creationId xmlns:p14="http://schemas.microsoft.com/office/powerpoint/2010/main" val="2681560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28030</TotalTime>
  <Words>589</Words>
  <Application>Microsoft Macintosh PowerPoint</Application>
  <PresentationFormat>Custom</PresentationFormat>
  <Paragraphs>217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Gaegu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Charlotte Pierce</cp:lastModifiedBy>
  <cp:revision>139</cp:revision>
  <dcterms:created xsi:type="dcterms:W3CDTF">2023-09-06T05:00:29Z</dcterms:created>
  <dcterms:modified xsi:type="dcterms:W3CDTF">2024-02-09T11:48:27Z</dcterms:modified>
  <cp:category/>
</cp:coreProperties>
</file>