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88" r:id="rId2"/>
    <p:sldId id="289" r:id="rId3"/>
    <p:sldId id="291" r:id="rId4"/>
    <p:sldId id="290" r:id="rId5"/>
    <p:sldId id="292" r:id="rId6"/>
    <p:sldId id="295" r:id="rId7"/>
    <p:sldId id="293" r:id="rId8"/>
    <p:sldId id="294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</p:sldIdLst>
  <p:sldSz cx="7559675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38EF"/>
    <a:srgbClr val="A676FF"/>
    <a:srgbClr val="FF7500"/>
    <a:srgbClr val="C9003B"/>
    <a:srgbClr val="C37050"/>
    <a:srgbClr val="C1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96"/>
    <p:restoredTop sz="94694"/>
  </p:normalViewPr>
  <p:slideViewPr>
    <p:cSldViewPr snapToGrid="0">
      <p:cViewPr varScale="1">
        <p:scale>
          <a:sx n="137" d="100"/>
          <a:sy n="137" d="100"/>
        </p:scale>
        <p:origin x="20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824885"/>
            <a:ext cx="6425724" cy="1754776"/>
          </a:xfrm>
        </p:spPr>
        <p:txBody>
          <a:bodyPr anchor="b"/>
          <a:lstStyle>
            <a:lvl1pPr algn="ctr">
              <a:defRPr sz="441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2647331"/>
            <a:ext cx="5669756" cy="1216909"/>
          </a:xfrm>
        </p:spPr>
        <p:txBody>
          <a:bodyPr/>
          <a:lstStyle>
            <a:lvl1pPr marL="0" indent="0" algn="ctr">
              <a:buNone/>
              <a:defRPr sz="1764"/>
            </a:lvl1pPr>
            <a:lvl2pPr marL="336042" indent="0" algn="ctr">
              <a:buNone/>
              <a:defRPr sz="1470"/>
            </a:lvl2pPr>
            <a:lvl3pPr marL="672084" indent="0" algn="ctr">
              <a:buNone/>
              <a:defRPr sz="1323"/>
            </a:lvl3pPr>
            <a:lvl4pPr marL="1008126" indent="0" algn="ctr">
              <a:buNone/>
              <a:defRPr sz="1176"/>
            </a:lvl4pPr>
            <a:lvl5pPr marL="1344168" indent="0" algn="ctr">
              <a:buNone/>
              <a:defRPr sz="1176"/>
            </a:lvl5pPr>
            <a:lvl6pPr marL="1680210" indent="0" algn="ctr">
              <a:buNone/>
              <a:defRPr sz="1176"/>
            </a:lvl6pPr>
            <a:lvl7pPr marL="2016252" indent="0" algn="ctr">
              <a:buNone/>
              <a:defRPr sz="1176"/>
            </a:lvl7pPr>
            <a:lvl8pPr marL="2352294" indent="0" algn="ctr">
              <a:buNone/>
              <a:defRPr sz="1176"/>
            </a:lvl8pPr>
            <a:lvl9pPr marL="2688336" indent="0" algn="ctr">
              <a:buNone/>
              <a:defRPr sz="117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55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58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1256579"/>
            <a:ext cx="6520220" cy="2096630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3373044"/>
            <a:ext cx="6520220" cy="1102568"/>
          </a:xfrm>
        </p:spPr>
        <p:txBody>
          <a:bodyPr/>
          <a:lstStyle>
            <a:lvl1pPr marL="0" indent="0">
              <a:buNone/>
              <a:defRPr sz="1764">
                <a:solidFill>
                  <a:schemeClr val="tx1"/>
                </a:solidFill>
              </a:defRPr>
            </a:lvl1pPr>
            <a:lvl2pPr marL="336042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2pPr>
            <a:lvl3pPr marL="672084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00812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4pPr>
            <a:lvl5pPr marL="1344168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5pPr>
            <a:lvl6pPr marL="1680210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6pPr>
            <a:lvl7pPr marL="2016252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7pPr>
            <a:lvl8pPr marL="2352294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8pPr>
            <a:lvl9pPr marL="268833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7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1341750"/>
            <a:ext cx="3212862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1341750"/>
            <a:ext cx="3212862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72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268351"/>
            <a:ext cx="6520220" cy="97422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1235577"/>
            <a:ext cx="3198096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1841114"/>
            <a:ext cx="3198096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1235577"/>
            <a:ext cx="3213847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1841114"/>
            <a:ext cx="3213847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2/12/24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10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2/12/24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1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2/12/24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52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336021"/>
            <a:ext cx="2438192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725713"/>
            <a:ext cx="3827085" cy="3581889"/>
          </a:xfrm>
        </p:spPr>
        <p:txBody>
          <a:bodyPr/>
          <a:lstStyle>
            <a:lvl1pPr>
              <a:defRPr sz="2352"/>
            </a:lvl1pPr>
            <a:lvl2pPr>
              <a:defRPr sz="2058"/>
            </a:lvl2pPr>
            <a:lvl3pPr>
              <a:defRPr sz="1764"/>
            </a:lvl3pPr>
            <a:lvl4pPr>
              <a:defRPr sz="1470"/>
            </a:lvl4pPr>
            <a:lvl5pPr>
              <a:defRPr sz="1470"/>
            </a:lvl5pPr>
            <a:lvl6pPr>
              <a:defRPr sz="1470"/>
            </a:lvl6pPr>
            <a:lvl7pPr>
              <a:defRPr sz="1470"/>
            </a:lvl7pPr>
            <a:lvl8pPr>
              <a:defRPr sz="1470"/>
            </a:lvl8pPr>
            <a:lvl9pPr>
              <a:defRPr sz="147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512094"/>
            <a:ext cx="2438192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93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336021"/>
            <a:ext cx="2438192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725713"/>
            <a:ext cx="3827085" cy="3581889"/>
          </a:xfrm>
        </p:spPr>
        <p:txBody>
          <a:bodyPr anchor="t"/>
          <a:lstStyle>
            <a:lvl1pPr marL="0" indent="0">
              <a:buNone/>
              <a:defRPr sz="2352"/>
            </a:lvl1pPr>
            <a:lvl2pPr marL="336042" indent="0">
              <a:buNone/>
              <a:defRPr sz="2058"/>
            </a:lvl2pPr>
            <a:lvl3pPr marL="672084" indent="0">
              <a:buNone/>
              <a:defRPr sz="1764"/>
            </a:lvl3pPr>
            <a:lvl4pPr marL="1008126" indent="0">
              <a:buNone/>
              <a:defRPr sz="1470"/>
            </a:lvl4pPr>
            <a:lvl5pPr marL="1344168" indent="0">
              <a:buNone/>
              <a:defRPr sz="1470"/>
            </a:lvl5pPr>
            <a:lvl6pPr marL="1680210" indent="0">
              <a:buNone/>
              <a:defRPr sz="1470"/>
            </a:lvl6pPr>
            <a:lvl7pPr marL="2016252" indent="0">
              <a:buNone/>
              <a:defRPr sz="1470"/>
            </a:lvl7pPr>
            <a:lvl8pPr marL="2352294" indent="0">
              <a:buNone/>
              <a:defRPr sz="1470"/>
            </a:lvl8pPr>
            <a:lvl9pPr marL="2688336" indent="0">
              <a:buNone/>
              <a:defRPr sz="147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512094"/>
            <a:ext cx="2438192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0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30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268350"/>
            <a:ext cx="1630055" cy="427143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268350"/>
            <a:ext cx="4795669" cy="427143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97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268351"/>
            <a:ext cx="6520220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1341750"/>
            <a:ext cx="6520220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4671625"/>
            <a:ext cx="1700927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302DC-9F53-934F-AE4D-0F1F197008C1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4671625"/>
            <a:ext cx="2551390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4671625"/>
            <a:ext cx="1700927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72084" rtl="0" eaLnBrk="1" latinLnBrk="0" hangingPunct="1">
        <a:lnSpc>
          <a:spcPct val="90000"/>
        </a:lnSpc>
        <a:spcBef>
          <a:spcPct val="0"/>
        </a:spcBef>
        <a:buNone/>
        <a:defRPr sz="32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021" indent="-168021" algn="l" defTabSz="672084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58" kern="1200">
          <a:solidFill>
            <a:schemeClr val="tx1"/>
          </a:solidFill>
          <a:latin typeface="+mn-lt"/>
          <a:ea typeface="+mn-ea"/>
          <a:cs typeface="+mn-cs"/>
        </a:defRPr>
      </a:lvl1pPr>
      <a:lvl2pPr marL="50406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3pPr>
      <a:lvl4pPr marL="117614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512189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848231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18427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85635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3604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3pPr>
      <a:lvl4pPr marL="100812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344168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68021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01625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35229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68833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64417" y="-2299353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for (</a:t>
              </a:r>
              <a:r>
                <a:rPr lang="en-AU" sz="1600" dirty="0">
                  <a:solidFill>
                    <a:srgbClr val="0070C0"/>
                  </a:solidFill>
                </a:rPr>
                <a:t>int </a:t>
              </a:r>
              <a:r>
                <a:rPr lang="en-AU" sz="1600" dirty="0" err="1">
                  <a:solidFill>
                    <a:srgbClr val="0070C0"/>
                  </a:solidFill>
                </a:rPr>
                <a:t>i</a:t>
              </a:r>
              <a:r>
                <a:rPr lang="en-AU" sz="1600" dirty="0">
                  <a:solidFill>
                    <a:srgbClr val="0070C0"/>
                  </a:solidFill>
                </a:rPr>
                <a:t> = 0; </a:t>
              </a:r>
              <a:r>
                <a:rPr lang="en-AU" sz="1600" dirty="0" err="1">
                  <a:solidFill>
                    <a:srgbClr val="0070C0"/>
                  </a:solidFill>
                </a:rPr>
                <a:t>i</a:t>
              </a:r>
              <a:r>
                <a:rPr lang="en-AU" sz="1600" dirty="0">
                  <a:solidFill>
                    <a:srgbClr val="0070C0"/>
                  </a:solidFill>
                </a:rPr>
                <a:t> &lt; 11;</a:t>
              </a:r>
              <a:r>
                <a:rPr lang="en-AU" sz="1600" dirty="0"/>
                <a:t>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++</a:t>
              </a:r>
              <a:r>
                <a:rPr lang="en-AU" sz="1600" dirty="0"/>
                <a:t>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if 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&gt; 0 &amp;&amp;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% 3 == 0)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  continue;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1a, 1b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2,3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977934"/>
            <a:ext cx="407468" cy="2923602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AE2F9FA-437A-A833-AA7B-34F8716C5A8F}"/>
              </a:ext>
            </a:extLst>
          </p:cNvPr>
          <p:cNvSpPr txBox="1"/>
          <p:nvPr/>
        </p:nvSpPr>
        <p:spPr>
          <a:xfrm>
            <a:off x="295207" y="230355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7E063-7914-A74B-39B3-404C1F4F8616}"/>
              </a:ext>
            </a:extLst>
          </p:cNvPr>
          <p:cNvSpPr/>
          <p:nvPr/>
        </p:nvSpPr>
        <p:spPr>
          <a:xfrm>
            <a:off x="347959" y="2667427"/>
            <a:ext cx="1450791" cy="307777"/>
          </a:xfrm>
          <a:custGeom>
            <a:avLst/>
            <a:gdLst>
              <a:gd name="connsiteX0" fmla="*/ 0 w 1450791"/>
              <a:gd name="connsiteY0" fmla="*/ 0 h 307777"/>
              <a:gd name="connsiteX1" fmla="*/ 469089 w 1450791"/>
              <a:gd name="connsiteY1" fmla="*/ 0 h 307777"/>
              <a:gd name="connsiteX2" fmla="*/ 909162 w 1450791"/>
              <a:gd name="connsiteY2" fmla="*/ 0 h 307777"/>
              <a:gd name="connsiteX3" fmla="*/ 1450791 w 1450791"/>
              <a:gd name="connsiteY3" fmla="*/ 0 h 307777"/>
              <a:gd name="connsiteX4" fmla="*/ 1450791 w 1450791"/>
              <a:gd name="connsiteY4" fmla="*/ 307777 h 307777"/>
              <a:gd name="connsiteX5" fmla="*/ 996210 w 1450791"/>
              <a:gd name="connsiteY5" fmla="*/ 307777 h 307777"/>
              <a:gd name="connsiteX6" fmla="*/ 483597 w 1450791"/>
              <a:gd name="connsiteY6" fmla="*/ 307777 h 307777"/>
              <a:gd name="connsiteX7" fmla="*/ 0 w 1450791"/>
              <a:gd name="connsiteY7" fmla="*/ 307777 h 307777"/>
              <a:gd name="connsiteX8" fmla="*/ 0 w 1450791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0791" h="307777" extrusionOk="0">
                <a:moveTo>
                  <a:pt x="0" y="0"/>
                </a:moveTo>
                <a:cubicBezTo>
                  <a:pt x="150675" y="-4249"/>
                  <a:pt x="352734" y="-14730"/>
                  <a:pt x="469089" y="0"/>
                </a:cubicBezTo>
                <a:cubicBezTo>
                  <a:pt x="585444" y="14730"/>
                  <a:pt x="789481" y="20990"/>
                  <a:pt x="909162" y="0"/>
                </a:cubicBezTo>
                <a:cubicBezTo>
                  <a:pt x="1028843" y="-20990"/>
                  <a:pt x="1242402" y="2768"/>
                  <a:pt x="1450791" y="0"/>
                </a:cubicBezTo>
                <a:cubicBezTo>
                  <a:pt x="1456229" y="133970"/>
                  <a:pt x="1446634" y="197125"/>
                  <a:pt x="1450791" y="307777"/>
                </a:cubicBezTo>
                <a:cubicBezTo>
                  <a:pt x="1333195" y="294757"/>
                  <a:pt x="1100499" y="330196"/>
                  <a:pt x="996210" y="307777"/>
                </a:cubicBezTo>
                <a:cubicBezTo>
                  <a:pt x="891921" y="285358"/>
                  <a:pt x="589493" y="289357"/>
                  <a:pt x="483597" y="307777"/>
                </a:cubicBezTo>
                <a:cubicBezTo>
                  <a:pt x="377701" y="326197"/>
                  <a:pt x="104073" y="295228"/>
                  <a:pt x="0" y="307777"/>
                </a:cubicBezTo>
                <a:cubicBezTo>
                  <a:pt x="-6096" y="178844"/>
                  <a:pt x="1978" y="79401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ED454B-CDB8-80F6-31B9-8F994D380C95}"/>
              </a:ext>
            </a:extLst>
          </p:cNvPr>
          <p:cNvSpPr txBox="1"/>
          <p:nvPr/>
        </p:nvSpPr>
        <p:spPr>
          <a:xfrm>
            <a:off x="943387" y="2617056"/>
            <a:ext cx="636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B11B07C-AC6C-78BE-A11C-35A43F2E0F8A}"/>
              </a:ext>
            </a:extLst>
          </p:cNvPr>
          <p:cNvGrpSpPr/>
          <p:nvPr/>
        </p:nvGrpSpPr>
        <p:grpSpPr>
          <a:xfrm>
            <a:off x="3075077" y="573184"/>
            <a:ext cx="1552289" cy="370330"/>
            <a:chOff x="3042419" y="573184"/>
            <a:chExt cx="1552289" cy="3703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AB4465-9F45-974F-0D4B-B7FA7B972EDE}"/>
                </a:ext>
              </a:extLst>
            </p:cNvPr>
            <p:cNvSpPr txBox="1"/>
            <p:nvPr/>
          </p:nvSpPr>
          <p:spPr>
            <a:xfrm>
              <a:off x="3042419" y="57418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Gaegu" pitchFamily="2" charset="0"/>
                  <a:ea typeface="Gaegu" pitchFamily="2" charset="0"/>
                </a:rPr>
                <a:t>1a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849C79-CF1A-C1C8-99B3-858587181636}"/>
                </a:ext>
              </a:extLst>
            </p:cNvPr>
            <p:cNvSpPr txBox="1"/>
            <p:nvPr/>
          </p:nvSpPr>
          <p:spPr>
            <a:xfrm>
              <a:off x="3615223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Gaegu" pitchFamily="2" charset="0"/>
                  <a:ea typeface="Gaegu" pitchFamily="2" charset="0"/>
                </a:rPr>
                <a:t>1b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3C2409-0195-9652-16CA-36BEC27ADE14}"/>
                </a:ext>
              </a:extLst>
            </p:cNvPr>
            <p:cNvSpPr txBox="1"/>
            <p:nvPr/>
          </p:nvSpPr>
          <p:spPr>
            <a:xfrm>
              <a:off x="4123790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1c</a:t>
              </a:r>
            </a:p>
          </p:txBody>
        </p:sp>
      </p:grp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685BFE3A-8C18-1CD9-DC9C-453524440FFD}"/>
              </a:ext>
            </a:extLst>
          </p:cNvPr>
          <p:cNvCxnSpPr>
            <a:cxnSpLocks/>
            <a:stCxn id="9" idx="1"/>
            <a:endCxn id="8" idx="0"/>
          </p:cNvCxnSpPr>
          <p:nvPr/>
        </p:nvCxnSpPr>
        <p:spPr>
          <a:xfrm rot="10800000" flipV="1">
            <a:off x="1261691" y="758848"/>
            <a:ext cx="1813386" cy="1858208"/>
          </a:xfrm>
          <a:prstGeom prst="curvedConnector2">
            <a:avLst/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227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69082" y="-2299353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for (int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= 0;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&lt; 11;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++)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    if (</a:t>
              </a:r>
              <a:r>
                <a:rPr lang="en-AU" sz="1600" dirty="0" err="1">
                  <a:solidFill>
                    <a:srgbClr val="BA38EF"/>
                  </a:solidFill>
                </a:rPr>
                <a:t>i</a:t>
              </a:r>
              <a:r>
                <a:rPr lang="en-AU" sz="1600" dirty="0">
                  <a:solidFill>
                    <a:srgbClr val="BA38EF"/>
                  </a:solidFill>
                </a:rPr>
                <a:t> &gt; 0 </a:t>
              </a:r>
              <a:r>
                <a:rPr lang="en-AU" sz="1600" dirty="0"/>
                <a:t>&amp;&amp; </a:t>
              </a:r>
              <a:r>
                <a:rPr lang="en-AU" sz="1600" dirty="0" err="1"/>
                <a:t>i</a:t>
              </a:r>
              <a:r>
                <a:rPr lang="en-AU" sz="1600" dirty="0"/>
                <a:t> % 3 == 0)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  continue;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5" y="375300"/>
              <a:ext cx="8321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1472332"/>
            <a:ext cx="407468" cy="2386159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AE2F9FA-437A-A833-AA7B-34F8716C5A8F}"/>
              </a:ext>
            </a:extLst>
          </p:cNvPr>
          <p:cNvSpPr txBox="1"/>
          <p:nvPr/>
        </p:nvSpPr>
        <p:spPr>
          <a:xfrm>
            <a:off x="295207" y="230355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7E063-7914-A74B-39B3-404C1F4F8616}"/>
              </a:ext>
            </a:extLst>
          </p:cNvPr>
          <p:cNvSpPr/>
          <p:nvPr/>
        </p:nvSpPr>
        <p:spPr>
          <a:xfrm>
            <a:off x="347959" y="2667427"/>
            <a:ext cx="1450791" cy="307777"/>
          </a:xfrm>
          <a:custGeom>
            <a:avLst/>
            <a:gdLst>
              <a:gd name="connsiteX0" fmla="*/ 0 w 1450791"/>
              <a:gd name="connsiteY0" fmla="*/ 0 h 307777"/>
              <a:gd name="connsiteX1" fmla="*/ 469089 w 1450791"/>
              <a:gd name="connsiteY1" fmla="*/ 0 h 307777"/>
              <a:gd name="connsiteX2" fmla="*/ 909162 w 1450791"/>
              <a:gd name="connsiteY2" fmla="*/ 0 h 307777"/>
              <a:gd name="connsiteX3" fmla="*/ 1450791 w 1450791"/>
              <a:gd name="connsiteY3" fmla="*/ 0 h 307777"/>
              <a:gd name="connsiteX4" fmla="*/ 1450791 w 1450791"/>
              <a:gd name="connsiteY4" fmla="*/ 307777 h 307777"/>
              <a:gd name="connsiteX5" fmla="*/ 996210 w 1450791"/>
              <a:gd name="connsiteY5" fmla="*/ 307777 h 307777"/>
              <a:gd name="connsiteX6" fmla="*/ 483597 w 1450791"/>
              <a:gd name="connsiteY6" fmla="*/ 307777 h 307777"/>
              <a:gd name="connsiteX7" fmla="*/ 0 w 1450791"/>
              <a:gd name="connsiteY7" fmla="*/ 307777 h 307777"/>
              <a:gd name="connsiteX8" fmla="*/ 0 w 1450791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0791" h="307777" extrusionOk="0">
                <a:moveTo>
                  <a:pt x="0" y="0"/>
                </a:moveTo>
                <a:cubicBezTo>
                  <a:pt x="150675" y="-4249"/>
                  <a:pt x="352734" y="-14730"/>
                  <a:pt x="469089" y="0"/>
                </a:cubicBezTo>
                <a:cubicBezTo>
                  <a:pt x="585444" y="14730"/>
                  <a:pt x="789481" y="20990"/>
                  <a:pt x="909162" y="0"/>
                </a:cubicBezTo>
                <a:cubicBezTo>
                  <a:pt x="1028843" y="-20990"/>
                  <a:pt x="1242402" y="2768"/>
                  <a:pt x="1450791" y="0"/>
                </a:cubicBezTo>
                <a:cubicBezTo>
                  <a:pt x="1456229" y="133970"/>
                  <a:pt x="1446634" y="197125"/>
                  <a:pt x="1450791" y="307777"/>
                </a:cubicBezTo>
                <a:cubicBezTo>
                  <a:pt x="1333195" y="294757"/>
                  <a:pt x="1100499" y="330196"/>
                  <a:pt x="996210" y="307777"/>
                </a:cubicBezTo>
                <a:cubicBezTo>
                  <a:pt x="891921" y="285358"/>
                  <a:pt x="589493" y="289357"/>
                  <a:pt x="483597" y="307777"/>
                </a:cubicBezTo>
                <a:cubicBezTo>
                  <a:pt x="377701" y="326197"/>
                  <a:pt x="104073" y="295228"/>
                  <a:pt x="0" y="307777"/>
                </a:cubicBezTo>
                <a:cubicBezTo>
                  <a:pt x="-6096" y="178844"/>
                  <a:pt x="1978" y="79401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ED454B-CDB8-80F6-31B9-8F994D380C95}"/>
              </a:ext>
            </a:extLst>
          </p:cNvPr>
          <p:cNvSpPr txBox="1"/>
          <p:nvPr/>
        </p:nvSpPr>
        <p:spPr>
          <a:xfrm>
            <a:off x="943387" y="2617056"/>
            <a:ext cx="636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01023FA-9001-FCFD-C162-D1D69900A581}"/>
              </a:ext>
            </a:extLst>
          </p:cNvPr>
          <p:cNvGrpSpPr/>
          <p:nvPr/>
        </p:nvGrpSpPr>
        <p:grpSpPr>
          <a:xfrm>
            <a:off x="3075077" y="573184"/>
            <a:ext cx="1552289" cy="370330"/>
            <a:chOff x="3042419" y="573184"/>
            <a:chExt cx="1552289" cy="3703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AB4465-9F45-974F-0D4B-B7FA7B972EDE}"/>
                </a:ext>
              </a:extLst>
            </p:cNvPr>
            <p:cNvSpPr txBox="1"/>
            <p:nvPr/>
          </p:nvSpPr>
          <p:spPr>
            <a:xfrm>
              <a:off x="3042419" y="57418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849C79-CF1A-C1C8-99B3-858587181636}"/>
                </a:ext>
              </a:extLst>
            </p:cNvPr>
            <p:cNvSpPr txBox="1"/>
            <p:nvPr/>
          </p:nvSpPr>
          <p:spPr>
            <a:xfrm>
              <a:off x="3615223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1b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3C2409-0195-9652-16CA-36BEC27ADE14}"/>
                </a:ext>
              </a:extLst>
            </p:cNvPr>
            <p:cNvSpPr txBox="1"/>
            <p:nvPr/>
          </p:nvSpPr>
          <p:spPr>
            <a:xfrm>
              <a:off x="4123790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1362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69082" y="-2299353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for (int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= 0;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&lt; 11;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++)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if 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&gt; 0 &amp;&amp;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% 3 == 0)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  continue;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    write_line(</a:t>
              </a:r>
              <a:r>
                <a:rPr lang="en-AU" sz="1600" dirty="0" err="1"/>
                <a:t>i</a:t>
              </a:r>
              <a:r>
                <a:rPr lang="en-AU" sz="1600" dirty="0"/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5" y="375300"/>
              <a:ext cx="8321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8, 1c,1b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2432123"/>
            <a:ext cx="407468" cy="1241702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AE2F9FA-437A-A833-AA7B-34F8716C5A8F}"/>
              </a:ext>
            </a:extLst>
          </p:cNvPr>
          <p:cNvSpPr txBox="1"/>
          <p:nvPr/>
        </p:nvSpPr>
        <p:spPr>
          <a:xfrm>
            <a:off x="295207" y="230355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7E063-7914-A74B-39B3-404C1F4F8616}"/>
              </a:ext>
            </a:extLst>
          </p:cNvPr>
          <p:cNvSpPr/>
          <p:nvPr/>
        </p:nvSpPr>
        <p:spPr>
          <a:xfrm>
            <a:off x="347959" y="2667427"/>
            <a:ext cx="1450791" cy="307777"/>
          </a:xfrm>
          <a:custGeom>
            <a:avLst/>
            <a:gdLst>
              <a:gd name="connsiteX0" fmla="*/ 0 w 1450791"/>
              <a:gd name="connsiteY0" fmla="*/ 0 h 307777"/>
              <a:gd name="connsiteX1" fmla="*/ 469089 w 1450791"/>
              <a:gd name="connsiteY1" fmla="*/ 0 h 307777"/>
              <a:gd name="connsiteX2" fmla="*/ 909162 w 1450791"/>
              <a:gd name="connsiteY2" fmla="*/ 0 h 307777"/>
              <a:gd name="connsiteX3" fmla="*/ 1450791 w 1450791"/>
              <a:gd name="connsiteY3" fmla="*/ 0 h 307777"/>
              <a:gd name="connsiteX4" fmla="*/ 1450791 w 1450791"/>
              <a:gd name="connsiteY4" fmla="*/ 307777 h 307777"/>
              <a:gd name="connsiteX5" fmla="*/ 996210 w 1450791"/>
              <a:gd name="connsiteY5" fmla="*/ 307777 h 307777"/>
              <a:gd name="connsiteX6" fmla="*/ 483597 w 1450791"/>
              <a:gd name="connsiteY6" fmla="*/ 307777 h 307777"/>
              <a:gd name="connsiteX7" fmla="*/ 0 w 1450791"/>
              <a:gd name="connsiteY7" fmla="*/ 307777 h 307777"/>
              <a:gd name="connsiteX8" fmla="*/ 0 w 1450791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0791" h="307777" extrusionOk="0">
                <a:moveTo>
                  <a:pt x="0" y="0"/>
                </a:moveTo>
                <a:cubicBezTo>
                  <a:pt x="150675" y="-4249"/>
                  <a:pt x="352734" y="-14730"/>
                  <a:pt x="469089" y="0"/>
                </a:cubicBezTo>
                <a:cubicBezTo>
                  <a:pt x="585444" y="14730"/>
                  <a:pt x="789481" y="20990"/>
                  <a:pt x="909162" y="0"/>
                </a:cubicBezTo>
                <a:cubicBezTo>
                  <a:pt x="1028843" y="-20990"/>
                  <a:pt x="1242402" y="2768"/>
                  <a:pt x="1450791" y="0"/>
                </a:cubicBezTo>
                <a:cubicBezTo>
                  <a:pt x="1456229" y="133970"/>
                  <a:pt x="1446634" y="197125"/>
                  <a:pt x="1450791" y="307777"/>
                </a:cubicBezTo>
                <a:cubicBezTo>
                  <a:pt x="1333195" y="294757"/>
                  <a:pt x="1100499" y="330196"/>
                  <a:pt x="996210" y="307777"/>
                </a:cubicBezTo>
                <a:cubicBezTo>
                  <a:pt x="891921" y="285358"/>
                  <a:pt x="589493" y="289357"/>
                  <a:pt x="483597" y="307777"/>
                </a:cubicBezTo>
                <a:cubicBezTo>
                  <a:pt x="377701" y="326197"/>
                  <a:pt x="104073" y="295228"/>
                  <a:pt x="0" y="307777"/>
                </a:cubicBezTo>
                <a:cubicBezTo>
                  <a:pt x="-6096" y="178844"/>
                  <a:pt x="1978" y="79401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ED454B-CDB8-80F6-31B9-8F994D380C95}"/>
              </a:ext>
            </a:extLst>
          </p:cNvPr>
          <p:cNvSpPr txBox="1"/>
          <p:nvPr/>
        </p:nvSpPr>
        <p:spPr>
          <a:xfrm>
            <a:off x="943387" y="2617056"/>
            <a:ext cx="636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01023FA-9001-FCFD-C162-D1D69900A581}"/>
              </a:ext>
            </a:extLst>
          </p:cNvPr>
          <p:cNvGrpSpPr/>
          <p:nvPr/>
        </p:nvGrpSpPr>
        <p:grpSpPr>
          <a:xfrm>
            <a:off x="3075077" y="573184"/>
            <a:ext cx="1552289" cy="370330"/>
            <a:chOff x="3042419" y="573184"/>
            <a:chExt cx="1552289" cy="3703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AB4465-9F45-974F-0D4B-B7FA7B972EDE}"/>
                </a:ext>
              </a:extLst>
            </p:cNvPr>
            <p:cNvSpPr txBox="1"/>
            <p:nvPr/>
          </p:nvSpPr>
          <p:spPr>
            <a:xfrm>
              <a:off x="3042419" y="57418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849C79-CF1A-C1C8-99B3-858587181636}"/>
                </a:ext>
              </a:extLst>
            </p:cNvPr>
            <p:cNvSpPr txBox="1"/>
            <p:nvPr/>
          </p:nvSpPr>
          <p:spPr>
            <a:xfrm>
              <a:off x="3615223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1b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3C2409-0195-9652-16CA-36BEC27ADE14}"/>
                </a:ext>
              </a:extLst>
            </p:cNvPr>
            <p:cNvSpPr txBox="1"/>
            <p:nvPr/>
          </p:nvSpPr>
          <p:spPr>
            <a:xfrm>
              <a:off x="4123790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1c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2774E08-A43E-46C2-75C1-E7C3AA8BFED5}"/>
              </a:ext>
            </a:extLst>
          </p:cNvPr>
          <p:cNvSpPr txBox="1"/>
          <p:nvPr/>
        </p:nvSpPr>
        <p:spPr>
          <a:xfrm>
            <a:off x="3332376" y="3610290"/>
            <a:ext cx="3980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F76AF822-8E81-7991-017E-796CA5D3109A}"/>
              </a:ext>
            </a:extLst>
          </p:cNvPr>
          <p:cNvCxnSpPr>
            <a:cxnSpLocks/>
            <a:stCxn id="7" idx="3"/>
            <a:endCxn id="39" idx="3"/>
          </p:cNvCxnSpPr>
          <p:nvPr/>
        </p:nvCxnSpPr>
        <p:spPr>
          <a:xfrm>
            <a:off x="1798750" y="2821316"/>
            <a:ext cx="1523602" cy="980818"/>
          </a:xfrm>
          <a:prstGeom prst="curvedConnector3">
            <a:avLst>
              <a:gd name="adj1" fmla="val 50701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862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64417" y="-2299353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for (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= 0; </a:t>
              </a:r>
              <a:r>
                <a:rPr lang="en-AU" sz="1600" dirty="0" err="1">
                  <a:solidFill>
                    <a:srgbClr val="0070C0"/>
                  </a:solidFill>
                </a:rPr>
                <a:t>i</a:t>
              </a:r>
              <a:r>
                <a:rPr lang="en-AU" sz="1600" dirty="0">
                  <a:solidFill>
                    <a:srgbClr val="0070C0"/>
                  </a:solidFill>
                </a:rPr>
                <a:t> &lt; 11; </a:t>
              </a:r>
              <a:r>
                <a:rPr lang="en-AU" sz="1600" dirty="0" err="1">
                  <a:solidFill>
                    <a:srgbClr val="0070C0"/>
                  </a:solidFill>
                </a:rPr>
                <a:t>i</a:t>
              </a:r>
              <a:r>
                <a:rPr lang="en-AU" sz="1600" dirty="0">
                  <a:solidFill>
                    <a:srgbClr val="0070C0"/>
                  </a:solidFill>
                </a:rPr>
                <a:t>++</a:t>
              </a:r>
              <a:r>
                <a:rPr lang="en-AU" sz="1600" dirty="0"/>
                <a:t>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if 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&gt; 0 &amp;&amp;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% 3 == 0)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  continue;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1c,1b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2,3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977934"/>
            <a:ext cx="407468" cy="2923602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AE2F9FA-437A-A833-AA7B-34F8716C5A8F}"/>
              </a:ext>
            </a:extLst>
          </p:cNvPr>
          <p:cNvSpPr txBox="1"/>
          <p:nvPr/>
        </p:nvSpPr>
        <p:spPr>
          <a:xfrm>
            <a:off x="295207" y="230355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7E063-7914-A74B-39B3-404C1F4F8616}"/>
              </a:ext>
            </a:extLst>
          </p:cNvPr>
          <p:cNvSpPr/>
          <p:nvPr/>
        </p:nvSpPr>
        <p:spPr>
          <a:xfrm>
            <a:off x="347959" y="2667427"/>
            <a:ext cx="1450791" cy="307777"/>
          </a:xfrm>
          <a:custGeom>
            <a:avLst/>
            <a:gdLst>
              <a:gd name="connsiteX0" fmla="*/ 0 w 1450791"/>
              <a:gd name="connsiteY0" fmla="*/ 0 h 307777"/>
              <a:gd name="connsiteX1" fmla="*/ 469089 w 1450791"/>
              <a:gd name="connsiteY1" fmla="*/ 0 h 307777"/>
              <a:gd name="connsiteX2" fmla="*/ 909162 w 1450791"/>
              <a:gd name="connsiteY2" fmla="*/ 0 h 307777"/>
              <a:gd name="connsiteX3" fmla="*/ 1450791 w 1450791"/>
              <a:gd name="connsiteY3" fmla="*/ 0 h 307777"/>
              <a:gd name="connsiteX4" fmla="*/ 1450791 w 1450791"/>
              <a:gd name="connsiteY4" fmla="*/ 307777 h 307777"/>
              <a:gd name="connsiteX5" fmla="*/ 996210 w 1450791"/>
              <a:gd name="connsiteY5" fmla="*/ 307777 h 307777"/>
              <a:gd name="connsiteX6" fmla="*/ 483597 w 1450791"/>
              <a:gd name="connsiteY6" fmla="*/ 307777 h 307777"/>
              <a:gd name="connsiteX7" fmla="*/ 0 w 1450791"/>
              <a:gd name="connsiteY7" fmla="*/ 307777 h 307777"/>
              <a:gd name="connsiteX8" fmla="*/ 0 w 1450791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0791" h="307777" extrusionOk="0">
                <a:moveTo>
                  <a:pt x="0" y="0"/>
                </a:moveTo>
                <a:cubicBezTo>
                  <a:pt x="150675" y="-4249"/>
                  <a:pt x="352734" y="-14730"/>
                  <a:pt x="469089" y="0"/>
                </a:cubicBezTo>
                <a:cubicBezTo>
                  <a:pt x="585444" y="14730"/>
                  <a:pt x="789481" y="20990"/>
                  <a:pt x="909162" y="0"/>
                </a:cubicBezTo>
                <a:cubicBezTo>
                  <a:pt x="1028843" y="-20990"/>
                  <a:pt x="1242402" y="2768"/>
                  <a:pt x="1450791" y="0"/>
                </a:cubicBezTo>
                <a:cubicBezTo>
                  <a:pt x="1456229" y="133970"/>
                  <a:pt x="1446634" y="197125"/>
                  <a:pt x="1450791" y="307777"/>
                </a:cubicBezTo>
                <a:cubicBezTo>
                  <a:pt x="1333195" y="294757"/>
                  <a:pt x="1100499" y="330196"/>
                  <a:pt x="996210" y="307777"/>
                </a:cubicBezTo>
                <a:cubicBezTo>
                  <a:pt x="891921" y="285358"/>
                  <a:pt x="589493" y="289357"/>
                  <a:pt x="483597" y="307777"/>
                </a:cubicBezTo>
                <a:cubicBezTo>
                  <a:pt x="377701" y="326197"/>
                  <a:pt x="104073" y="295228"/>
                  <a:pt x="0" y="307777"/>
                </a:cubicBezTo>
                <a:cubicBezTo>
                  <a:pt x="-6096" y="178844"/>
                  <a:pt x="1978" y="79401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ED454B-CDB8-80F6-31B9-8F994D380C95}"/>
              </a:ext>
            </a:extLst>
          </p:cNvPr>
          <p:cNvSpPr txBox="1"/>
          <p:nvPr/>
        </p:nvSpPr>
        <p:spPr>
          <a:xfrm>
            <a:off x="313363" y="2630750"/>
            <a:ext cx="636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</a:t>
            </a:r>
            <a:r>
              <a:rPr lang="en-US" dirty="0"/>
              <a:t>  1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B11B07C-AC6C-78BE-A11C-35A43F2E0F8A}"/>
              </a:ext>
            </a:extLst>
          </p:cNvPr>
          <p:cNvGrpSpPr/>
          <p:nvPr/>
        </p:nvGrpSpPr>
        <p:grpSpPr>
          <a:xfrm>
            <a:off x="3075077" y="573184"/>
            <a:ext cx="1552289" cy="370330"/>
            <a:chOff x="3042419" y="573184"/>
            <a:chExt cx="1552289" cy="3703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AB4465-9F45-974F-0D4B-B7FA7B972EDE}"/>
                </a:ext>
              </a:extLst>
            </p:cNvPr>
            <p:cNvSpPr txBox="1"/>
            <p:nvPr/>
          </p:nvSpPr>
          <p:spPr>
            <a:xfrm>
              <a:off x="3042419" y="57418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849C79-CF1A-C1C8-99B3-858587181636}"/>
                </a:ext>
              </a:extLst>
            </p:cNvPr>
            <p:cNvSpPr txBox="1"/>
            <p:nvPr/>
          </p:nvSpPr>
          <p:spPr>
            <a:xfrm>
              <a:off x="3615223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Gaegu" pitchFamily="2" charset="0"/>
                  <a:ea typeface="Gaegu" pitchFamily="2" charset="0"/>
                </a:rPr>
                <a:t>1b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3C2409-0195-9652-16CA-36BEC27ADE14}"/>
                </a:ext>
              </a:extLst>
            </p:cNvPr>
            <p:cNvSpPr txBox="1"/>
            <p:nvPr/>
          </p:nvSpPr>
          <p:spPr>
            <a:xfrm>
              <a:off x="4123790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Gaegu" pitchFamily="2" charset="0"/>
                  <a:ea typeface="Gaegu" pitchFamily="2" charset="0"/>
                </a:rPr>
                <a:t>1c</a:t>
              </a:r>
            </a:p>
          </p:txBody>
        </p:sp>
      </p:grpSp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58B6EB72-7548-04B6-2259-BF9DBC2C5DF6}"/>
              </a:ext>
            </a:extLst>
          </p:cNvPr>
          <p:cNvCxnSpPr>
            <a:cxnSpLocks/>
          </p:cNvCxnSpPr>
          <p:nvPr/>
        </p:nvCxnSpPr>
        <p:spPr>
          <a:xfrm>
            <a:off x="385143" y="2806536"/>
            <a:ext cx="147630" cy="888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47BC6B4D-4458-ED51-C8C0-826BE286B438}"/>
              </a:ext>
            </a:extLst>
          </p:cNvPr>
          <p:cNvCxnSpPr>
            <a:cxnSpLocks/>
          </p:cNvCxnSpPr>
          <p:nvPr/>
        </p:nvCxnSpPr>
        <p:spPr>
          <a:xfrm rot="10800000" flipV="1">
            <a:off x="932760" y="1128905"/>
            <a:ext cx="3382546" cy="1676643"/>
          </a:xfrm>
          <a:prstGeom prst="curvedConnector3">
            <a:avLst>
              <a:gd name="adj1" fmla="val -208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219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69082" y="-2299353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for (int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= 0;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&lt; 11;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++)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    if (</a:t>
              </a:r>
              <a:r>
                <a:rPr lang="en-AU" sz="1600" dirty="0" err="1"/>
                <a:t>i</a:t>
              </a:r>
              <a:r>
                <a:rPr lang="en-AU" sz="1600" dirty="0"/>
                <a:t> &gt; 0 &amp;&amp; </a:t>
              </a:r>
              <a:r>
                <a:rPr lang="en-AU" sz="1600" dirty="0" err="1">
                  <a:solidFill>
                    <a:srgbClr val="BA38EF"/>
                  </a:solidFill>
                </a:rPr>
                <a:t>i</a:t>
              </a:r>
              <a:r>
                <a:rPr lang="en-AU" sz="1600" dirty="0">
                  <a:solidFill>
                    <a:srgbClr val="BA38EF"/>
                  </a:solidFill>
                </a:rPr>
                <a:t> % 3 == 0</a:t>
              </a:r>
              <a:r>
                <a:rPr lang="en-AU" sz="1600" dirty="0"/>
                <a:t>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  continue;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5" y="375300"/>
              <a:ext cx="8321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1472332"/>
            <a:ext cx="407468" cy="2386159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AE2F9FA-437A-A833-AA7B-34F8716C5A8F}"/>
              </a:ext>
            </a:extLst>
          </p:cNvPr>
          <p:cNvSpPr txBox="1"/>
          <p:nvPr/>
        </p:nvSpPr>
        <p:spPr>
          <a:xfrm>
            <a:off x="295207" y="230355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7E063-7914-A74B-39B3-404C1F4F8616}"/>
              </a:ext>
            </a:extLst>
          </p:cNvPr>
          <p:cNvSpPr/>
          <p:nvPr/>
        </p:nvSpPr>
        <p:spPr>
          <a:xfrm>
            <a:off x="347959" y="2667427"/>
            <a:ext cx="1450791" cy="307777"/>
          </a:xfrm>
          <a:custGeom>
            <a:avLst/>
            <a:gdLst>
              <a:gd name="connsiteX0" fmla="*/ 0 w 1450791"/>
              <a:gd name="connsiteY0" fmla="*/ 0 h 307777"/>
              <a:gd name="connsiteX1" fmla="*/ 469089 w 1450791"/>
              <a:gd name="connsiteY1" fmla="*/ 0 h 307777"/>
              <a:gd name="connsiteX2" fmla="*/ 909162 w 1450791"/>
              <a:gd name="connsiteY2" fmla="*/ 0 h 307777"/>
              <a:gd name="connsiteX3" fmla="*/ 1450791 w 1450791"/>
              <a:gd name="connsiteY3" fmla="*/ 0 h 307777"/>
              <a:gd name="connsiteX4" fmla="*/ 1450791 w 1450791"/>
              <a:gd name="connsiteY4" fmla="*/ 307777 h 307777"/>
              <a:gd name="connsiteX5" fmla="*/ 996210 w 1450791"/>
              <a:gd name="connsiteY5" fmla="*/ 307777 h 307777"/>
              <a:gd name="connsiteX6" fmla="*/ 483597 w 1450791"/>
              <a:gd name="connsiteY6" fmla="*/ 307777 h 307777"/>
              <a:gd name="connsiteX7" fmla="*/ 0 w 1450791"/>
              <a:gd name="connsiteY7" fmla="*/ 307777 h 307777"/>
              <a:gd name="connsiteX8" fmla="*/ 0 w 1450791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0791" h="307777" extrusionOk="0">
                <a:moveTo>
                  <a:pt x="0" y="0"/>
                </a:moveTo>
                <a:cubicBezTo>
                  <a:pt x="150675" y="-4249"/>
                  <a:pt x="352734" y="-14730"/>
                  <a:pt x="469089" y="0"/>
                </a:cubicBezTo>
                <a:cubicBezTo>
                  <a:pt x="585444" y="14730"/>
                  <a:pt x="789481" y="20990"/>
                  <a:pt x="909162" y="0"/>
                </a:cubicBezTo>
                <a:cubicBezTo>
                  <a:pt x="1028843" y="-20990"/>
                  <a:pt x="1242402" y="2768"/>
                  <a:pt x="1450791" y="0"/>
                </a:cubicBezTo>
                <a:cubicBezTo>
                  <a:pt x="1456229" y="133970"/>
                  <a:pt x="1446634" y="197125"/>
                  <a:pt x="1450791" y="307777"/>
                </a:cubicBezTo>
                <a:cubicBezTo>
                  <a:pt x="1333195" y="294757"/>
                  <a:pt x="1100499" y="330196"/>
                  <a:pt x="996210" y="307777"/>
                </a:cubicBezTo>
                <a:cubicBezTo>
                  <a:pt x="891921" y="285358"/>
                  <a:pt x="589493" y="289357"/>
                  <a:pt x="483597" y="307777"/>
                </a:cubicBezTo>
                <a:cubicBezTo>
                  <a:pt x="377701" y="326197"/>
                  <a:pt x="104073" y="295228"/>
                  <a:pt x="0" y="307777"/>
                </a:cubicBezTo>
                <a:cubicBezTo>
                  <a:pt x="-6096" y="178844"/>
                  <a:pt x="1978" y="79401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01023FA-9001-FCFD-C162-D1D69900A581}"/>
              </a:ext>
            </a:extLst>
          </p:cNvPr>
          <p:cNvGrpSpPr/>
          <p:nvPr/>
        </p:nvGrpSpPr>
        <p:grpSpPr>
          <a:xfrm>
            <a:off x="3075077" y="573184"/>
            <a:ext cx="1552289" cy="370330"/>
            <a:chOff x="3042419" y="573184"/>
            <a:chExt cx="1552289" cy="3703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AB4465-9F45-974F-0D4B-B7FA7B972EDE}"/>
                </a:ext>
              </a:extLst>
            </p:cNvPr>
            <p:cNvSpPr txBox="1"/>
            <p:nvPr/>
          </p:nvSpPr>
          <p:spPr>
            <a:xfrm>
              <a:off x="3042419" y="57418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849C79-CF1A-C1C8-99B3-858587181636}"/>
                </a:ext>
              </a:extLst>
            </p:cNvPr>
            <p:cNvSpPr txBox="1"/>
            <p:nvPr/>
          </p:nvSpPr>
          <p:spPr>
            <a:xfrm>
              <a:off x="3615223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1b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3C2409-0195-9652-16CA-36BEC27ADE14}"/>
                </a:ext>
              </a:extLst>
            </p:cNvPr>
            <p:cNvSpPr txBox="1"/>
            <p:nvPr/>
          </p:nvSpPr>
          <p:spPr>
            <a:xfrm>
              <a:off x="4123790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1c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484974AA-FC17-36A6-D281-9526BAA9AA86}"/>
              </a:ext>
            </a:extLst>
          </p:cNvPr>
          <p:cNvSpPr/>
          <p:nvPr/>
        </p:nvSpPr>
        <p:spPr>
          <a:xfrm>
            <a:off x="4994561" y="1222329"/>
            <a:ext cx="889808" cy="454072"/>
          </a:xfrm>
          <a:custGeom>
            <a:avLst/>
            <a:gdLst>
              <a:gd name="connsiteX0" fmla="*/ 0 w 889808"/>
              <a:gd name="connsiteY0" fmla="*/ 0 h 454072"/>
              <a:gd name="connsiteX1" fmla="*/ 462700 w 889808"/>
              <a:gd name="connsiteY1" fmla="*/ 0 h 454072"/>
              <a:gd name="connsiteX2" fmla="*/ 889808 w 889808"/>
              <a:gd name="connsiteY2" fmla="*/ 0 h 454072"/>
              <a:gd name="connsiteX3" fmla="*/ 889808 w 889808"/>
              <a:gd name="connsiteY3" fmla="*/ 454072 h 454072"/>
              <a:gd name="connsiteX4" fmla="*/ 453802 w 889808"/>
              <a:gd name="connsiteY4" fmla="*/ 454072 h 454072"/>
              <a:gd name="connsiteX5" fmla="*/ 0 w 889808"/>
              <a:gd name="connsiteY5" fmla="*/ 454072 h 454072"/>
              <a:gd name="connsiteX6" fmla="*/ 0 w 889808"/>
              <a:gd name="connsiteY6" fmla="*/ 0 h 454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9808" h="454072" fill="none" extrusionOk="0">
                <a:moveTo>
                  <a:pt x="0" y="0"/>
                </a:moveTo>
                <a:cubicBezTo>
                  <a:pt x="126238" y="12968"/>
                  <a:pt x="321868" y="14185"/>
                  <a:pt x="462700" y="0"/>
                </a:cubicBezTo>
                <a:cubicBezTo>
                  <a:pt x="603532" y="-14185"/>
                  <a:pt x="683850" y="17911"/>
                  <a:pt x="889808" y="0"/>
                </a:cubicBezTo>
                <a:cubicBezTo>
                  <a:pt x="880961" y="181335"/>
                  <a:pt x="908156" y="355094"/>
                  <a:pt x="889808" y="454072"/>
                </a:cubicBezTo>
                <a:cubicBezTo>
                  <a:pt x="751825" y="464384"/>
                  <a:pt x="574036" y="457034"/>
                  <a:pt x="453802" y="454072"/>
                </a:cubicBezTo>
                <a:cubicBezTo>
                  <a:pt x="333568" y="451110"/>
                  <a:pt x="108538" y="462423"/>
                  <a:pt x="0" y="454072"/>
                </a:cubicBezTo>
                <a:cubicBezTo>
                  <a:pt x="-4003" y="336811"/>
                  <a:pt x="9608" y="216796"/>
                  <a:pt x="0" y="0"/>
                </a:cubicBezTo>
                <a:close/>
              </a:path>
              <a:path w="889808" h="454072" stroke="0" extrusionOk="0">
                <a:moveTo>
                  <a:pt x="0" y="0"/>
                </a:moveTo>
                <a:cubicBezTo>
                  <a:pt x="107937" y="2236"/>
                  <a:pt x="271773" y="21008"/>
                  <a:pt x="436006" y="0"/>
                </a:cubicBezTo>
                <a:cubicBezTo>
                  <a:pt x="600239" y="-21008"/>
                  <a:pt x="701292" y="-14889"/>
                  <a:pt x="889808" y="0"/>
                </a:cubicBezTo>
                <a:cubicBezTo>
                  <a:pt x="912213" y="209081"/>
                  <a:pt x="868953" y="294817"/>
                  <a:pt x="889808" y="454072"/>
                </a:cubicBezTo>
                <a:cubicBezTo>
                  <a:pt x="771480" y="464910"/>
                  <a:pt x="540894" y="455229"/>
                  <a:pt x="444904" y="454072"/>
                </a:cubicBezTo>
                <a:cubicBezTo>
                  <a:pt x="348914" y="452915"/>
                  <a:pt x="113024" y="464857"/>
                  <a:pt x="0" y="454072"/>
                </a:cubicBezTo>
                <a:cubicBezTo>
                  <a:pt x="16208" y="336174"/>
                  <a:pt x="21623" y="98883"/>
                  <a:pt x="0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1%3 =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2E1BF6-7620-BD25-235F-4BF98B74F963}"/>
              </a:ext>
            </a:extLst>
          </p:cNvPr>
          <p:cNvSpPr txBox="1"/>
          <p:nvPr/>
        </p:nvSpPr>
        <p:spPr>
          <a:xfrm>
            <a:off x="3332376" y="3610290"/>
            <a:ext cx="3980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C5858F-E547-FB86-7AD7-87CA8674994D}"/>
              </a:ext>
            </a:extLst>
          </p:cNvPr>
          <p:cNvSpPr txBox="1"/>
          <p:nvPr/>
        </p:nvSpPr>
        <p:spPr>
          <a:xfrm>
            <a:off x="313363" y="2630750"/>
            <a:ext cx="636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</a:t>
            </a:r>
            <a:r>
              <a:rPr lang="en-US" dirty="0"/>
              <a:t>  1</a:t>
            </a:r>
          </a:p>
        </p:txBody>
      </p: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2EFD2D5B-D084-7A2F-71DE-7B6CC8140A66}"/>
              </a:ext>
            </a:extLst>
          </p:cNvPr>
          <p:cNvCxnSpPr>
            <a:cxnSpLocks/>
          </p:cNvCxnSpPr>
          <p:nvPr/>
        </p:nvCxnSpPr>
        <p:spPr>
          <a:xfrm>
            <a:off x="385143" y="2806536"/>
            <a:ext cx="147630" cy="888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961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69082" y="-2299353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for (int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= 0;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&lt; 11;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++)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if 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&gt; 0 &amp;&amp;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% 3 == 0)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  continue;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    write_line(</a:t>
              </a:r>
              <a:r>
                <a:rPr lang="en-AU" sz="1600" dirty="0" err="1"/>
                <a:t>i</a:t>
              </a:r>
              <a:r>
                <a:rPr lang="en-AU" sz="1600" dirty="0"/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5" y="375300"/>
              <a:ext cx="8321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8, 1c,1b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2432123"/>
            <a:ext cx="407468" cy="1241702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AE2F9FA-437A-A833-AA7B-34F8716C5A8F}"/>
              </a:ext>
            </a:extLst>
          </p:cNvPr>
          <p:cNvSpPr txBox="1"/>
          <p:nvPr/>
        </p:nvSpPr>
        <p:spPr>
          <a:xfrm>
            <a:off x="295207" y="230355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7E063-7914-A74B-39B3-404C1F4F8616}"/>
              </a:ext>
            </a:extLst>
          </p:cNvPr>
          <p:cNvSpPr/>
          <p:nvPr/>
        </p:nvSpPr>
        <p:spPr>
          <a:xfrm>
            <a:off x="347959" y="2667427"/>
            <a:ext cx="1450791" cy="307777"/>
          </a:xfrm>
          <a:custGeom>
            <a:avLst/>
            <a:gdLst>
              <a:gd name="connsiteX0" fmla="*/ 0 w 1450791"/>
              <a:gd name="connsiteY0" fmla="*/ 0 h 307777"/>
              <a:gd name="connsiteX1" fmla="*/ 469089 w 1450791"/>
              <a:gd name="connsiteY1" fmla="*/ 0 h 307777"/>
              <a:gd name="connsiteX2" fmla="*/ 909162 w 1450791"/>
              <a:gd name="connsiteY2" fmla="*/ 0 h 307777"/>
              <a:gd name="connsiteX3" fmla="*/ 1450791 w 1450791"/>
              <a:gd name="connsiteY3" fmla="*/ 0 h 307777"/>
              <a:gd name="connsiteX4" fmla="*/ 1450791 w 1450791"/>
              <a:gd name="connsiteY4" fmla="*/ 307777 h 307777"/>
              <a:gd name="connsiteX5" fmla="*/ 996210 w 1450791"/>
              <a:gd name="connsiteY5" fmla="*/ 307777 h 307777"/>
              <a:gd name="connsiteX6" fmla="*/ 483597 w 1450791"/>
              <a:gd name="connsiteY6" fmla="*/ 307777 h 307777"/>
              <a:gd name="connsiteX7" fmla="*/ 0 w 1450791"/>
              <a:gd name="connsiteY7" fmla="*/ 307777 h 307777"/>
              <a:gd name="connsiteX8" fmla="*/ 0 w 1450791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0791" h="307777" extrusionOk="0">
                <a:moveTo>
                  <a:pt x="0" y="0"/>
                </a:moveTo>
                <a:cubicBezTo>
                  <a:pt x="150675" y="-4249"/>
                  <a:pt x="352734" y="-14730"/>
                  <a:pt x="469089" y="0"/>
                </a:cubicBezTo>
                <a:cubicBezTo>
                  <a:pt x="585444" y="14730"/>
                  <a:pt x="789481" y="20990"/>
                  <a:pt x="909162" y="0"/>
                </a:cubicBezTo>
                <a:cubicBezTo>
                  <a:pt x="1028843" y="-20990"/>
                  <a:pt x="1242402" y="2768"/>
                  <a:pt x="1450791" y="0"/>
                </a:cubicBezTo>
                <a:cubicBezTo>
                  <a:pt x="1456229" y="133970"/>
                  <a:pt x="1446634" y="197125"/>
                  <a:pt x="1450791" y="307777"/>
                </a:cubicBezTo>
                <a:cubicBezTo>
                  <a:pt x="1333195" y="294757"/>
                  <a:pt x="1100499" y="330196"/>
                  <a:pt x="996210" y="307777"/>
                </a:cubicBezTo>
                <a:cubicBezTo>
                  <a:pt x="891921" y="285358"/>
                  <a:pt x="589493" y="289357"/>
                  <a:pt x="483597" y="307777"/>
                </a:cubicBezTo>
                <a:cubicBezTo>
                  <a:pt x="377701" y="326197"/>
                  <a:pt x="104073" y="295228"/>
                  <a:pt x="0" y="307777"/>
                </a:cubicBezTo>
                <a:cubicBezTo>
                  <a:pt x="-6096" y="178844"/>
                  <a:pt x="1978" y="79401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01023FA-9001-FCFD-C162-D1D69900A581}"/>
              </a:ext>
            </a:extLst>
          </p:cNvPr>
          <p:cNvGrpSpPr/>
          <p:nvPr/>
        </p:nvGrpSpPr>
        <p:grpSpPr>
          <a:xfrm>
            <a:off x="3075077" y="573184"/>
            <a:ext cx="1552289" cy="370330"/>
            <a:chOff x="3042419" y="573184"/>
            <a:chExt cx="1552289" cy="3703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AB4465-9F45-974F-0D4B-B7FA7B972EDE}"/>
                </a:ext>
              </a:extLst>
            </p:cNvPr>
            <p:cNvSpPr txBox="1"/>
            <p:nvPr/>
          </p:nvSpPr>
          <p:spPr>
            <a:xfrm>
              <a:off x="3042419" y="57418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849C79-CF1A-C1C8-99B3-858587181636}"/>
                </a:ext>
              </a:extLst>
            </p:cNvPr>
            <p:cNvSpPr txBox="1"/>
            <p:nvPr/>
          </p:nvSpPr>
          <p:spPr>
            <a:xfrm>
              <a:off x="3615223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1b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3C2409-0195-9652-16CA-36BEC27ADE14}"/>
                </a:ext>
              </a:extLst>
            </p:cNvPr>
            <p:cNvSpPr txBox="1"/>
            <p:nvPr/>
          </p:nvSpPr>
          <p:spPr>
            <a:xfrm>
              <a:off x="4123790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1c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2774E08-A43E-46C2-75C1-E7C3AA8BFED5}"/>
              </a:ext>
            </a:extLst>
          </p:cNvPr>
          <p:cNvSpPr txBox="1"/>
          <p:nvPr/>
        </p:nvSpPr>
        <p:spPr>
          <a:xfrm>
            <a:off x="3332376" y="3610290"/>
            <a:ext cx="3980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  <a:p>
            <a:r>
              <a:rPr lang="en-US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D5F2C2-D510-3893-93FA-56DC8442523E}"/>
              </a:ext>
            </a:extLst>
          </p:cNvPr>
          <p:cNvSpPr txBox="1"/>
          <p:nvPr/>
        </p:nvSpPr>
        <p:spPr>
          <a:xfrm>
            <a:off x="313363" y="2630750"/>
            <a:ext cx="636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</a:t>
            </a:r>
            <a:r>
              <a:rPr lang="en-US" dirty="0"/>
              <a:t>  1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CE06A073-3E29-0E54-77AC-69302D2B5FED}"/>
              </a:ext>
            </a:extLst>
          </p:cNvPr>
          <p:cNvCxnSpPr>
            <a:cxnSpLocks/>
          </p:cNvCxnSpPr>
          <p:nvPr/>
        </p:nvCxnSpPr>
        <p:spPr>
          <a:xfrm>
            <a:off x="385143" y="2806536"/>
            <a:ext cx="147630" cy="888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23FE36A2-0F91-954D-F3B7-7F0AD9CA3A15}"/>
              </a:ext>
            </a:extLst>
          </p:cNvPr>
          <p:cNvCxnSpPr>
            <a:cxnSpLocks/>
          </p:cNvCxnSpPr>
          <p:nvPr/>
        </p:nvCxnSpPr>
        <p:spPr>
          <a:xfrm>
            <a:off x="1798750" y="2821316"/>
            <a:ext cx="1523602" cy="1199541"/>
          </a:xfrm>
          <a:prstGeom prst="curvedConnector3">
            <a:avLst>
              <a:gd name="adj1" fmla="val 86439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144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64417" y="-2299353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for (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= 0; </a:t>
              </a:r>
              <a:r>
                <a:rPr lang="en-AU" sz="1600" dirty="0" err="1">
                  <a:solidFill>
                    <a:srgbClr val="0070C0"/>
                  </a:solidFill>
                </a:rPr>
                <a:t>i</a:t>
              </a:r>
              <a:r>
                <a:rPr lang="en-AU" sz="1600" dirty="0">
                  <a:solidFill>
                    <a:srgbClr val="0070C0"/>
                  </a:solidFill>
                </a:rPr>
                <a:t> &lt; 11; </a:t>
              </a:r>
              <a:r>
                <a:rPr lang="en-AU" sz="1600" dirty="0" err="1">
                  <a:solidFill>
                    <a:srgbClr val="0070C0"/>
                  </a:solidFill>
                </a:rPr>
                <a:t>i</a:t>
              </a:r>
              <a:r>
                <a:rPr lang="en-AU" sz="1600" dirty="0">
                  <a:solidFill>
                    <a:srgbClr val="0070C0"/>
                  </a:solidFill>
                </a:rPr>
                <a:t>++</a:t>
              </a:r>
              <a:r>
                <a:rPr lang="en-AU" sz="1600" dirty="0"/>
                <a:t>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if 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&gt; 0 &amp;&amp;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% 3 == 0)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  continue;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1c,1b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2,3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977934"/>
            <a:ext cx="407468" cy="2923602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AE2F9FA-437A-A833-AA7B-34F8716C5A8F}"/>
              </a:ext>
            </a:extLst>
          </p:cNvPr>
          <p:cNvSpPr txBox="1"/>
          <p:nvPr/>
        </p:nvSpPr>
        <p:spPr>
          <a:xfrm>
            <a:off x="295207" y="230355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7E063-7914-A74B-39B3-404C1F4F8616}"/>
              </a:ext>
            </a:extLst>
          </p:cNvPr>
          <p:cNvSpPr/>
          <p:nvPr/>
        </p:nvSpPr>
        <p:spPr>
          <a:xfrm>
            <a:off x="347959" y="2667427"/>
            <a:ext cx="1450791" cy="307777"/>
          </a:xfrm>
          <a:custGeom>
            <a:avLst/>
            <a:gdLst>
              <a:gd name="connsiteX0" fmla="*/ 0 w 1450791"/>
              <a:gd name="connsiteY0" fmla="*/ 0 h 307777"/>
              <a:gd name="connsiteX1" fmla="*/ 469089 w 1450791"/>
              <a:gd name="connsiteY1" fmla="*/ 0 h 307777"/>
              <a:gd name="connsiteX2" fmla="*/ 909162 w 1450791"/>
              <a:gd name="connsiteY2" fmla="*/ 0 h 307777"/>
              <a:gd name="connsiteX3" fmla="*/ 1450791 w 1450791"/>
              <a:gd name="connsiteY3" fmla="*/ 0 h 307777"/>
              <a:gd name="connsiteX4" fmla="*/ 1450791 w 1450791"/>
              <a:gd name="connsiteY4" fmla="*/ 307777 h 307777"/>
              <a:gd name="connsiteX5" fmla="*/ 996210 w 1450791"/>
              <a:gd name="connsiteY5" fmla="*/ 307777 h 307777"/>
              <a:gd name="connsiteX6" fmla="*/ 483597 w 1450791"/>
              <a:gd name="connsiteY6" fmla="*/ 307777 h 307777"/>
              <a:gd name="connsiteX7" fmla="*/ 0 w 1450791"/>
              <a:gd name="connsiteY7" fmla="*/ 307777 h 307777"/>
              <a:gd name="connsiteX8" fmla="*/ 0 w 1450791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0791" h="307777" extrusionOk="0">
                <a:moveTo>
                  <a:pt x="0" y="0"/>
                </a:moveTo>
                <a:cubicBezTo>
                  <a:pt x="150675" y="-4249"/>
                  <a:pt x="352734" y="-14730"/>
                  <a:pt x="469089" y="0"/>
                </a:cubicBezTo>
                <a:cubicBezTo>
                  <a:pt x="585444" y="14730"/>
                  <a:pt x="789481" y="20990"/>
                  <a:pt x="909162" y="0"/>
                </a:cubicBezTo>
                <a:cubicBezTo>
                  <a:pt x="1028843" y="-20990"/>
                  <a:pt x="1242402" y="2768"/>
                  <a:pt x="1450791" y="0"/>
                </a:cubicBezTo>
                <a:cubicBezTo>
                  <a:pt x="1456229" y="133970"/>
                  <a:pt x="1446634" y="197125"/>
                  <a:pt x="1450791" y="307777"/>
                </a:cubicBezTo>
                <a:cubicBezTo>
                  <a:pt x="1333195" y="294757"/>
                  <a:pt x="1100499" y="330196"/>
                  <a:pt x="996210" y="307777"/>
                </a:cubicBezTo>
                <a:cubicBezTo>
                  <a:pt x="891921" y="285358"/>
                  <a:pt x="589493" y="289357"/>
                  <a:pt x="483597" y="307777"/>
                </a:cubicBezTo>
                <a:cubicBezTo>
                  <a:pt x="377701" y="326197"/>
                  <a:pt x="104073" y="295228"/>
                  <a:pt x="0" y="307777"/>
                </a:cubicBezTo>
                <a:cubicBezTo>
                  <a:pt x="-6096" y="178844"/>
                  <a:pt x="1978" y="79401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ED454B-CDB8-80F6-31B9-8F994D380C95}"/>
              </a:ext>
            </a:extLst>
          </p:cNvPr>
          <p:cNvSpPr txBox="1"/>
          <p:nvPr/>
        </p:nvSpPr>
        <p:spPr>
          <a:xfrm>
            <a:off x="313363" y="2630750"/>
            <a:ext cx="1119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0 1</a:t>
            </a:r>
            <a:r>
              <a:rPr lang="en-US" dirty="0"/>
              <a:t>  2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B11B07C-AC6C-78BE-A11C-35A43F2E0F8A}"/>
              </a:ext>
            </a:extLst>
          </p:cNvPr>
          <p:cNvGrpSpPr/>
          <p:nvPr/>
        </p:nvGrpSpPr>
        <p:grpSpPr>
          <a:xfrm>
            <a:off x="3075077" y="573184"/>
            <a:ext cx="1552289" cy="370330"/>
            <a:chOff x="3042419" y="573184"/>
            <a:chExt cx="1552289" cy="3703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AB4465-9F45-974F-0D4B-B7FA7B972EDE}"/>
                </a:ext>
              </a:extLst>
            </p:cNvPr>
            <p:cNvSpPr txBox="1"/>
            <p:nvPr/>
          </p:nvSpPr>
          <p:spPr>
            <a:xfrm>
              <a:off x="3042419" y="57418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849C79-CF1A-C1C8-99B3-858587181636}"/>
                </a:ext>
              </a:extLst>
            </p:cNvPr>
            <p:cNvSpPr txBox="1"/>
            <p:nvPr/>
          </p:nvSpPr>
          <p:spPr>
            <a:xfrm>
              <a:off x="3615223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Gaegu" pitchFamily="2" charset="0"/>
                  <a:ea typeface="Gaegu" pitchFamily="2" charset="0"/>
                </a:rPr>
                <a:t>1b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3C2409-0195-9652-16CA-36BEC27ADE14}"/>
                </a:ext>
              </a:extLst>
            </p:cNvPr>
            <p:cNvSpPr txBox="1"/>
            <p:nvPr/>
          </p:nvSpPr>
          <p:spPr>
            <a:xfrm>
              <a:off x="4123790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Gaegu" pitchFamily="2" charset="0"/>
                  <a:ea typeface="Gaegu" pitchFamily="2" charset="0"/>
                </a:rPr>
                <a:t>1c</a:t>
              </a:r>
            </a:p>
          </p:txBody>
        </p:sp>
      </p:grpSp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58B6EB72-7548-04B6-2259-BF9DBC2C5DF6}"/>
              </a:ext>
            </a:extLst>
          </p:cNvPr>
          <p:cNvCxnSpPr>
            <a:cxnSpLocks/>
          </p:cNvCxnSpPr>
          <p:nvPr/>
        </p:nvCxnSpPr>
        <p:spPr>
          <a:xfrm>
            <a:off x="385143" y="2806536"/>
            <a:ext cx="322428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718492C-9D29-D2DF-164B-95CCAE068C0A}"/>
              </a:ext>
            </a:extLst>
          </p:cNvPr>
          <p:cNvSpPr txBox="1"/>
          <p:nvPr/>
        </p:nvSpPr>
        <p:spPr>
          <a:xfrm>
            <a:off x="3332376" y="3610290"/>
            <a:ext cx="3980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ECF600C9-BD44-0A51-DEE9-6ECEA71A9F50}"/>
              </a:ext>
            </a:extLst>
          </p:cNvPr>
          <p:cNvCxnSpPr>
            <a:cxnSpLocks/>
          </p:cNvCxnSpPr>
          <p:nvPr/>
        </p:nvCxnSpPr>
        <p:spPr>
          <a:xfrm rot="10800000" flipV="1">
            <a:off x="932760" y="1128905"/>
            <a:ext cx="3382546" cy="1676643"/>
          </a:xfrm>
          <a:prstGeom prst="curvedConnector3">
            <a:avLst>
              <a:gd name="adj1" fmla="val -208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249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69082" y="-2299353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for (int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= 0;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&lt; 11;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++)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    if (</a:t>
              </a:r>
              <a:r>
                <a:rPr lang="en-AU" sz="1600" dirty="0" err="1"/>
                <a:t>i</a:t>
              </a:r>
              <a:r>
                <a:rPr lang="en-AU" sz="1600" dirty="0"/>
                <a:t> &gt; 0 &amp;&amp; </a:t>
              </a:r>
              <a:r>
                <a:rPr lang="en-AU" sz="1600" dirty="0" err="1">
                  <a:solidFill>
                    <a:srgbClr val="BA38EF"/>
                  </a:solidFill>
                </a:rPr>
                <a:t>i</a:t>
              </a:r>
              <a:r>
                <a:rPr lang="en-AU" sz="1600" dirty="0">
                  <a:solidFill>
                    <a:srgbClr val="BA38EF"/>
                  </a:solidFill>
                </a:rPr>
                <a:t> % 3 == 0</a:t>
              </a:r>
              <a:r>
                <a:rPr lang="en-AU" sz="1600" dirty="0"/>
                <a:t>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  continue;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5" y="375300"/>
              <a:ext cx="8321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1472332"/>
            <a:ext cx="407468" cy="2386159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AE2F9FA-437A-A833-AA7B-34F8716C5A8F}"/>
              </a:ext>
            </a:extLst>
          </p:cNvPr>
          <p:cNvSpPr txBox="1"/>
          <p:nvPr/>
        </p:nvSpPr>
        <p:spPr>
          <a:xfrm>
            <a:off x="295207" y="230355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7E063-7914-A74B-39B3-404C1F4F8616}"/>
              </a:ext>
            </a:extLst>
          </p:cNvPr>
          <p:cNvSpPr/>
          <p:nvPr/>
        </p:nvSpPr>
        <p:spPr>
          <a:xfrm>
            <a:off x="347959" y="2667427"/>
            <a:ext cx="1450791" cy="307777"/>
          </a:xfrm>
          <a:custGeom>
            <a:avLst/>
            <a:gdLst>
              <a:gd name="connsiteX0" fmla="*/ 0 w 1450791"/>
              <a:gd name="connsiteY0" fmla="*/ 0 h 307777"/>
              <a:gd name="connsiteX1" fmla="*/ 469089 w 1450791"/>
              <a:gd name="connsiteY1" fmla="*/ 0 h 307777"/>
              <a:gd name="connsiteX2" fmla="*/ 909162 w 1450791"/>
              <a:gd name="connsiteY2" fmla="*/ 0 h 307777"/>
              <a:gd name="connsiteX3" fmla="*/ 1450791 w 1450791"/>
              <a:gd name="connsiteY3" fmla="*/ 0 h 307777"/>
              <a:gd name="connsiteX4" fmla="*/ 1450791 w 1450791"/>
              <a:gd name="connsiteY4" fmla="*/ 307777 h 307777"/>
              <a:gd name="connsiteX5" fmla="*/ 996210 w 1450791"/>
              <a:gd name="connsiteY5" fmla="*/ 307777 h 307777"/>
              <a:gd name="connsiteX6" fmla="*/ 483597 w 1450791"/>
              <a:gd name="connsiteY6" fmla="*/ 307777 h 307777"/>
              <a:gd name="connsiteX7" fmla="*/ 0 w 1450791"/>
              <a:gd name="connsiteY7" fmla="*/ 307777 h 307777"/>
              <a:gd name="connsiteX8" fmla="*/ 0 w 1450791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0791" h="307777" extrusionOk="0">
                <a:moveTo>
                  <a:pt x="0" y="0"/>
                </a:moveTo>
                <a:cubicBezTo>
                  <a:pt x="150675" y="-4249"/>
                  <a:pt x="352734" y="-14730"/>
                  <a:pt x="469089" y="0"/>
                </a:cubicBezTo>
                <a:cubicBezTo>
                  <a:pt x="585444" y="14730"/>
                  <a:pt x="789481" y="20990"/>
                  <a:pt x="909162" y="0"/>
                </a:cubicBezTo>
                <a:cubicBezTo>
                  <a:pt x="1028843" y="-20990"/>
                  <a:pt x="1242402" y="2768"/>
                  <a:pt x="1450791" y="0"/>
                </a:cubicBezTo>
                <a:cubicBezTo>
                  <a:pt x="1456229" y="133970"/>
                  <a:pt x="1446634" y="197125"/>
                  <a:pt x="1450791" y="307777"/>
                </a:cubicBezTo>
                <a:cubicBezTo>
                  <a:pt x="1333195" y="294757"/>
                  <a:pt x="1100499" y="330196"/>
                  <a:pt x="996210" y="307777"/>
                </a:cubicBezTo>
                <a:cubicBezTo>
                  <a:pt x="891921" y="285358"/>
                  <a:pt x="589493" y="289357"/>
                  <a:pt x="483597" y="307777"/>
                </a:cubicBezTo>
                <a:cubicBezTo>
                  <a:pt x="377701" y="326197"/>
                  <a:pt x="104073" y="295228"/>
                  <a:pt x="0" y="307777"/>
                </a:cubicBezTo>
                <a:cubicBezTo>
                  <a:pt x="-6096" y="178844"/>
                  <a:pt x="1978" y="79401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01023FA-9001-FCFD-C162-D1D69900A581}"/>
              </a:ext>
            </a:extLst>
          </p:cNvPr>
          <p:cNvGrpSpPr/>
          <p:nvPr/>
        </p:nvGrpSpPr>
        <p:grpSpPr>
          <a:xfrm>
            <a:off x="3075077" y="573184"/>
            <a:ext cx="1552289" cy="370330"/>
            <a:chOff x="3042419" y="573184"/>
            <a:chExt cx="1552289" cy="3703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AB4465-9F45-974F-0D4B-B7FA7B972EDE}"/>
                </a:ext>
              </a:extLst>
            </p:cNvPr>
            <p:cNvSpPr txBox="1"/>
            <p:nvPr/>
          </p:nvSpPr>
          <p:spPr>
            <a:xfrm>
              <a:off x="3042419" y="57418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849C79-CF1A-C1C8-99B3-858587181636}"/>
                </a:ext>
              </a:extLst>
            </p:cNvPr>
            <p:cNvSpPr txBox="1"/>
            <p:nvPr/>
          </p:nvSpPr>
          <p:spPr>
            <a:xfrm>
              <a:off x="3615223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1b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3C2409-0195-9652-16CA-36BEC27ADE14}"/>
                </a:ext>
              </a:extLst>
            </p:cNvPr>
            <p:cNvSpPr txBox="1"/>
            <p:nvPr/>
          </p:nvSpPr>
          <p:spPr>
            <a:xfrm>
              <a:off x="4123790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1c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484974AA-FC17-36A6-D281-9526BAA9AA86}"/>
              </a:ext>
            </a:extLst>
          </p:cNvPr>
          <p:cNvSpPr/>
          <p:nvPr/>
        </p:nvSpPr>
        <p:spPr>
          <a:xfrm>
            <a:off x="4994561" y="1222329"/>
            <a:ext cx="889808" cy="454072"/>
          </a:xfrm>
          <a:custGeom>
            <a:avLst/>
            <a:gdLst>
              <a:gd name="connsiteX0" fmla="*/ 0 w 889808"/>
              <a:gd name="connsiteY0" fmla="*/ 0 h 454072"/>
              <a:gd name="connsiteX1" fmla="*/ 462700 w 889808"/>
              <a:gd name="connsiteY1" fmla="*/ 0 h 454072"/>
              <a:gd name="connsiteX2" fmla="*/ 889808 w 889808"/>
              <a:gd name="connsiteY2" fmla="*/ 0 h 454072"/>
              <a:gd name="connsiteX3" fmla="*/ 889808 w 889808"/>
              <a:gd name="connsiteY3" fmla="*/ 454072 h 454072"/>
              <a:gd name="connsiteX4" fmla="*/ 453802 w 889808"/>
              <a:gd name="connsiteY4" fmla="*/ 454072 h 454072"/>
              <a:gd name="connsiteX5" fmla="*/ 0 w 889808"/>
              <a:gd name="connsiteY5" fmla="*/ 454072 h 454072"/>
              <a:gd name="connsiteX6" fmla="*/ 0 w 889808"/>
              <a:gd name="connsiteY6" fmla="*/ 0 h 454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9808" h="454072" fill="none" extrusionOk="0">
                <a:moveTo>
                  <a:pt x="0" y="0"/>
                </a:moveTo>
                <a:cubicBezTo>
                  <a:pt x="126238" y="12968"/>
                  <a:pt x="321868" y="14185"/>
                  <a:pt x="462700" y="0"/>
                </a:cubicBezTo>
                <a:cubicBezTo>
                  <a:pt x="603532" y="-14185"/>
                  <a:pt x="683850" y="17911"/>
                  <a:pt x="889808" y="0"/>
                </a:cubicBezTo>
                <a:cubicBezTo>
                  <a:pt x="880961" y="181335"/>
                  <a:pt x="908156" y="355094"/>
                  <a:pt x="889808" y="454072"/>
                </a:cubicBezTo>
                <a:cubicBezTo>
                  <a:pt x="751825" y="464384"/>
                  <a:pt x="574036" y="457034"/>
                  <a:pt x="453802" y="454072"/>
                </a:cubicBezTo>
                <a:cubicBezTo>
                  <a:pt x="333568" y="451110"/>
                  <a:pt x="108538" y="462423"/>
                  <a:pt x="0" y="454072"/>
                </a:cubicBezTo>
                <a:cubicBezTo>
                  <a:pt x="-4003" y="336811"/>
                  <a:pt x="9608" y="216796"/>
                  <a:pt x="0" y="0"/>
                </a:cubicBezTo>
                <a:close/>
              </a:path>
              <a:path w="889808" h="454072" stroke="0" extrusionOk="0">
                <a:moveTo>
                  <a:pt x="0" y="0"/>
                </a:moveTo>
                <a:cubicBezTo>
                  <a:pt x="107937" y="2236"/>
                  <a:pt x="271773" y="21008"/>
                  <a:pt x="436006" y="0"/>
                </a:cubicBezTo>
                <a:cubicBezTo>
                  <a:pt x="600239" y="-21008"/>
                  <a:pt x="701292" y="-14889"/>
                  <a:pt x="889808" y="0"/>
                </a:cubicBezTo>
                <a:cubicBezTo>
                  <a:pt x="912213" y="209081"/>
                  <a:pt x="868953" y="294817"/>
                  <a:pt x="889808" y="454072"/>
                </a:cubicBezTo>
                <a:cubicBezTo>
                  <a:pt x="771480" y="464910"/>
                  <a:pt x="540894" y="455229"/>
                  <a:pt x="444904" y="454072"/>
                </a:cubicBezTo>
                <a:cubicBezTo>
                  <a:pt x="348914" y="452915"/>
                  <a:pt x="113024" y="464857"/>
                  <a:pt x="0" y="454072"/>
                </a:cubicBezTo>
                <a:cubicBezTo>
                  <a:pt x="16208" y="336174"/>
                  <a:pt x="21623" y="98883"/>
                  <a:pt x="0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2%3 =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F73961-75AC-FF7A-0585-C8F51440CC47}"/>
              </a:ext>
            </a:extLst>
          </p:cNvPr>
          <p:cNvSpPr txBox="1"/>
          <p:nvPr/>
        </p:nvSpPr>
        <p:spPr>
          <a:xfrm>
            <a:off x="313363" y="2630750"/>
            <a:ext cx="1119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0 1</a:t>
            </a:r>
            <a:r>
              <a:rPr lang="en-US" dirty="0"/>
              <a:t>  2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D38DD08A-C00A-8E84-C5E4-6339ECBF64DC}"/>
              </a:ext>
            </a:extLst>
          </p:cNvPr>
          <p:cNvCxnSpPr>
            <a:cxnSpLocks/>
          </p:cNvCxnSpPr>
          <p:nvPr/>
        </p:nvCxnSpPr>
        <p:spPr>
          <a:xfrm>
            <a:off x="385143" y="2806536"/>
            <a:ext cx="322428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2BD4BD1-1EFD-8A72-9940-601FD75580DC}"/>
              </a:ext>
            </a:extLst>
          </p:cNvPr>
          <p:cNvSpPr txBox="1"/>
          <p:nvPr/>
        </p:nvSpPr>
        <p:spPr>
          <a:xfrm>
            <a:off x="3332376" y="3610290"/>
            <a:ext cx="3980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77769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69082" y="-2299353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for (int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= 0;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&lt; 11;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++)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if 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&gt; 0 &amp;&amp;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% 3 == 0)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  continue;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    write_line(</a:t>
              </a:r>
              <a:r>
                <a:rPr lang="en-AU" sz="1600" dirty="0" err="1"/>
                <a:t>i</a:t>
              </a:r>
              <a:r>
                <a:rPr lang="en-AU" sz="1600" dirty="0"/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5" y="375300"/>
              <a:ext cx="8321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8, 1c,1b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2432123"/>
            <a:ext cx="407468" cy="1241702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AE2F9FA-437A-A833-AA7B-34F8716C5A8F}"/>
              </a:ext>
            </a:extLst>
          </p:cNvPr>
          <p:cNvSpPr txBox="1"/>
          <p:nvPr/>
        </p:nvSpPr>
        <p:spPr>
          <a:xfrm>
            <a:off x="295207" y="230355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7E063-7914-A74B-39B3-404C1F4F8616}"/>
              </a:ext>
            </a:extLst>
          </p:cNvPr>
          <p:cNvSpPr/>
          <p:nvPr/>
        </p:nvSpPr>
        <p:spPr>
          <a:xfrm>
            <a:off x="347959" y="2667427"/>
            <a:ext cx="1450791" cy="307777"/>
          </a:xfrm>
          <a:custGeom>
            <a:avLst/>
            <a:gdLst>
              <a:gd name="connsiteX0" fmla="*/ 0 w 1450791"/>
              <a:gd name="connsiteY0" fmla="*/ 0 h 307777"/>
              <a:gd name="connsiteX1" fmla="*/ 469089 w 1450791"/>
              <a:gd name="connsiteY1" fmla="*/ 0 h 307777"/>
              <a:gd name="connsiteX2" fmla="*/ 909162 w 1450791"/>
              <a:gd name="connsiteY2" fmla="*/ 0 h 307777"/>
              <a:gd name="connsiteX3" fmla="*/ 1450791 w 1450791"/>
              <a:gd name="connsiteY3" fmla="*/ 0 h 307777"/>
              <a:gd name="connsiteX4" fmla="*/ 1450791 w 1450791"/>
              <a:gd name="connsiteY4" fmla="*/ 307777 h 307777"/>
              <a:gd name="connsiteX5" fmla="*/ 996210 w 1450791"/>
              <a:gd name="connsiteY5" fmla="*/ 307777 h 307777"/>
              <a:gd name="connsiteX6" fmla="*/ 483597 w 1450791"/>
              <a:gd name="connsiteY6" fmla="*/ 307777 h 307777"/>
              <a:gd name="connsiteX7" fmla="*/ 0 w 1450791"/>
              <a:gd name="connsiteY7" fmla="*/ 307777 h 307777"/>
              <a:gd name="connsiteX8" fmla="*/ 0 w 1450791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0791" h="307777" extrusionOk="0">
                <a:moveTo>
                  <a:pt x="0" y="0"/>
                </a:moveTo>
                <a:cubicBezTo>
                  <a:pt x="150675" y="-4249"/>
                  <a:pt x="352734" y="-14730"/>
                  <a:pt x="469089" y="0"/>
                </a:cubicBezTo>
                <a:cubicBezTo>
                  <a:pt x="585444" y="14730"/>
                  <a:pt x="789481" y="20990"/>
                  <a:pt x="909162" y="0"/>
                </a:cubicBezTo>
                <a:cubicBezTo>
                  <a:pt x="1028843" y="-20990"/>
                  <a:pt x="1242402" y="2768"/>
                  <a:pt x="1450791" y="0"/>
                </a:cubicBezTo>
                <a:cubicBezTo>
                  <a:pt x="1456229" y="133970"/>
                  <a:pt x="1446634" y="197125"/>
                  <a:pt x="1450791" y="307777"/>
                </a:cubicBezTo>
                <a:cubicBezTo>
                  <a:pt x="1333195" y="294757"/>
                  <a:pt x="1100499" y="330196"/>
                  <a:pt x="996210" y="307777"/>
                </a:cubicBezTo>
                <a:cubicBezTo>
                  <a:pt x="891921" y="285358"/>
                  <a:pt x="589493" y="289357"/>
                  <a:pt x="483597" y="307777"/>
                </a:cubicBezTo>
                <a:cubicBezTo>
                  <a:pt x="377701" y="326197"/>
                  <a:pt x="104073" y="295228"/>
                  <a:pt x="0" y="307777"/>
                </a:cubicBezTo>
                <a:cubicBezTo>
                  <a:pt x="-6096" y="178844"/>
                  <a:pt x="1978" y="79401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01023FA-9001-FCFD-C162-D1D69900A581}"/>
              </a:ext>
            </a:extLst>
          </p:cNvPr>
          <p:cNvGrpSpPr/>
          <p:nvPr/>
        </p:nvGrpSpPr>
        <p:grpSpPr>
          <a:xfrm>
            <a:off x="3075077" y="573184"/>
            <a:ext cx="1552289" cy="370330"/>
            <a:chOff x="3042419" y="573184"/>
            <a:chExt cx="1552289" cy="3703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AB4465-9F45-974F-0D4B-B7FA7B972EDE}"/>
                </a:ext>
              </a:extLst>
            </p:cNvPr>
            <p:cNvSpPr txBox="1"/>
            <p:nvPr/>
          </p:nvSpPr>
          <p:spPr>
            <a:xfrm>
              <a:off x="3042419" y="57418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849C79-CF1A-C1C8-99B3-858587181636}"/>
                </a:ext>
              </a:extLst>
            </p:cNvPr>
            <p:cNvSpPr txBox="1"/>
            <p:nvPr/>
          </p:nvSpPr>
          <p:spPr>
            <a:xfrm>
              <a:off x="3615223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1b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3C2409-0195-9652-16CA-36BEC27ADE14}"/>
                </a:ext>
              </a:extLst>
            </p:cNvPr>
            <p:cNvSpPr txBox="1"/>
            <p:nvPr/>
          </p:nvSpPr>
          <p:spPr>
            <a:xfrm>
              <a:off x="4123790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1c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2774E08-A43E-46C2-75C1-E7C3AA8BFED5}"/>
              </a:ext>
            </a:extLst>
          </p:cNvPr>
          <p:cNvSpPr txBox="1"/>
          <p:nvPr/>
        </p:nvSpPr>
        <p:spPr>
          <a:xfrm>
            <a:off x="3332376" y="3610290"/>
            <a:ext cx="3980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  <a:p>
            <a:r>
              <a:rPr lang="en-US" dirty="0"/>
              <a:t>1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E8818A-0BD4-A9BC-E4E2-CCF479D0FC46}"/>
              </a:ext>
            </a:extLst>
          </p:cNvPr>
          <p:cNvSpPr txBox="1"/>
          <p:nvPr/>
        </p:nvSpPr>
        <p:spPr>
          <a:xfrm>
            <a:off x="3332376" y="3610290"/>
            <a:ext cx="3980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  <a:p>
            <a:r>
              <a:rPr lang="en-US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5EBB03-222D-5792-6537-26E4DB898CCA}"/>
              </a:ext>
            </a:extLst>
          </p:cNvPr>
          <p:cNvSpPr txBox="1"/>
          <p:nvPr/>
        </p:nvSpPr>
        <p:spPr>
          <a:xfrm>
            <a:off x="307914" y="2632010"/>
            <a:ext cx="1119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0 1</a:t>
            </a:r>
            <a:r>
              <a:rPr lang="en-US" dirty="0"/>
              <a:t>  2</a:t>
            </a:r>
          </a:p>
        </p:txBody>
      </p: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B2A9715A-98D3-44D3-F445-C5769F6D8B13}"/>
              </a:ext>
            </a:extLst>
          </p:cNvPr>
          <p:cNvCxnSpPr>
            <a:cxnSpLocks/>
          </p:cNvCxnSpPr>
          <p:nvPr/>
        </p:nvCxnSpPr>
        <p:spPr>
          <a:xfrm>
            <a:off x="385143" y="2806536"/>
            <a:ext cx="322428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33AC550C-D674-B829-2672-705D0C64DC41}"/>
              </a:ext>
            </a:extLst>
          </p:cNvPr>
          <p:cNvCxnSpPr>
            <a:cxnSpLocks/>
          </p:cNvCxnSpPr>
          <p:nvPr/>
        </p:nvCxnSpPr>
        <p:spPr>
          <a:xfrm>
            <a:off x="1798750" y="2821316"/>
            <a:ext cx="1631128" cy="1500313"/>
          </a:xfrm>
          <a:prstGeom prst="curvedConnector3">
            <a:avLst>
              <a:gd name="adj1" fmla="val 78697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753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64417" y="-2299353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for (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= 0; </a:t>
              </a:r>
              <a:r>
                <a:rPr lang="en-AU" sz="1600" dirty="0" err="1">
                  <a:solidFill>
                    <a:srgbClr val="0070C0"/>
                  </a:solidFill>
                </a:rPr>
                <a:t>i</a:t>
              </a:r>
              <a:r>
                <a:rPr lang="en-AU" sz="1600" dirty="0">
                  <a:solidFill>
                    <a:srgbClr val="0070C0"/>
                  </a:solidFill>
                </a:rPr>
                <a:t> &lt; 11; </a:t>
              </a:r>
              <a:r>
                <a:rPr lang="en-AU" sz="1600" dirty="0" err="1">
                  <a:solidFill>
                    <a:srgbClr val="0070C0"/>
                  </a:solidFill>
                </a:rPr>
                <a:t>i</a:t>
              </a:r>
              <a:r>
                <a:rPr lang="en-AU" sz="1600" dirty="0">
                  <a:solidFill>
                    <a:srgbClr val="0070C0"/>
                  </a:solidFill>
                </a:rPr>
                <a:t>++</a:t>
              </a:r>
              <a:r>
                <a:rPr lang="en-AU" sz="1600" dirty="0"/>
                <a:t>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if 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&gt; 0 &amp;&amp;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% 3 == 0)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  continue;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1c,1b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2,3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977934"/>
            <a:ext cx="407468" cy="2923602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AE2F9FA-437A-A833-AA7B-34F8716C5A8F}"/>
              </a:ext>
            </a:extLst>
          </p:cNvPr>
          <p:cNvSpPr txBox="1"/>
          <p:nvPr/>
        </p:nvSpPr>
        <p:spPr>
          <a:xfrm>
            <a:off x="295207" y="230355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7E063-7914-A74B-39B3-404C1F4F8616}"/>
              </a:ext>
            </a:extLst>
          </p:cNvPr>
          <p:cNvSpPr/>
          <p:nvPr/>
        </p:nvSpPr>
        <p:spPr>
          <a:xfrm>
            <a:off x="347959" y="2667427"/>
            <a:ext cx="1450791" cy="307777"/>
          </a:xfrm>
          <a:custGeom>
            <a:avLst/>
            <a:gdLst>
              <a:gd name="connsiteX0" fmla="*/ 0 w 1450791"/>
              <a:gd name="connsiteY0" fmla="*/ 0 h 307777"/>
              <a:gd name="connsiteX1" fmla="*/ 469089 w 1450791"/>
              <a:gd name="connsiteY1" fmla="*/ 0 h 307777"/>
              <a:gd name="connsiteX2" fmla="*/ 909162 w 1450791"/>
              <a:gd name="connsiteY2" fmla="*/ 0 h 307777"/>
              <a:gd name="connsiteX3" fmla="*/ 1450791 w 1450791"/>
              <a:gd name="connsiteY3" fmla="*/ 0 h 307777"/>
              <a:gd name="connsiteX4" fmla="*/ 1450791 w 1450791"/>
              <a:gd name="connsiteY4" fmla="*/ 307777 h 307777"/>
              <a:gd name="connsiteX5" fmla="*/ 996210 w 1450791"/>
              <a:gd name="connsiteY5" fmla="*/ 307777 h 307777"/>
              <a:gd name="connsiteX6" fmla="*/ 483597 w 1450791"/>
              <a:gd name="connsiteY6" fmla="*/ 307777 h 307777"/>
              <a:gd name="connsiteX7" fmla="*/ 0 w 1450791"/>
              <a:gd name="connsiteY7" fmla="*/ 307777 h 307777"/>
              <a:gd name="connsiteX8" fmla="*/ 0 w 1450791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0791" h="307777" extrusionOk="0">
                <a:moveTo>
                  <a:pt x="0" y="0"/>
                </a:moveTo>
                <a:cubicBezTo>
                  <a:pt x="150675" y="-4249"/>
                  <a:pt x="352734" y="-14730"/>
                  <a:pt x="469089" y="0"/>
                </a:cubicBezTo>
                <a:cubicBezTo>
                  <a:pt x="585444" y="14730"/>
                  <a:pt x="789481" y="20990"/>
                  <a:pt x="909162" y="0"/>
                </a:cubicBezTo>
                <a:cubicBezTo>
                  <a:pt x="1028843" y="-20990"/>
                  <a:pt x="1242402" y="2768"/>
                  <a:pt x="1450791" y="0"/>
                </a:cubicBezTo>
                <a:cubicBezTo>
                  <a:pt x="1456229" y="133970"/>
                  <a:pt x="1446634" y="197125"/>
                  <a:pt x="1450791" y="307777"/>
                </a:cubicBezTo>
                <a:cubicBezTo>
                  <a:pt x="1333195" y="294757"/>
                  <a:pt x="1100499" y="330196"/>
                  <a:pt x="996210" y="307777"/>
                </a:cubicBezTo>
                <a:cubicBezTo>
                  <a:pt x="891921" y="285358"/>
                  <a:pt x="589493" y="289357"/>
                  <a:pt x="483597" y="307777"/>
                </a:cubicBezTo>
                <a:cubicBezTo>
                  <a:pt x="377701" y="326197"/>
                  <a:pt x="104073" y="295228"/>
                  <a:pt x="0" y="307777"/>
                </a:cubicBezTo>
                <a:cubicBezTo>
                  <a:pt x="-6096" y="178844"/>
                  <a:pt x="1978" y="79401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ED454B-CDB8-80F6-31B9-8F994D380C95}"/>
              </a:ext>
            </a:extLst>
          </p:cNvPr>
          <p:cNvSpPr txBox="1"/>
          <p:nvPr/>
        </p:nvSpPr>
        <p:spPr>
          <a:xfrm>
            <a:off x="313363" y="2630750"/>
            <a:ext cx="1119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0 1</a:t>
            </a:r>
            <a:r>
              <a:rPr lang="en-US" dirty="0"/>
              <a:t>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US" dirty="0"/>
              <a:t>  3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B11B07C-AC6C-78BE-A11C-35A43F2E0F8A}"/>
              </a:ext>
            </a:extLst>
          </p:cNvPr>
          <p:cNvGrpSpPr/>
          <p:nvPr/>
        </p:nvGrpSpPr>
        <p:grpSpPr>
          <a:xfrm>
            <a:off x="3075077" y="573184"/>
            <a:ext cx="1552289" cy="370330"/>
            <a:chOff x="3042419" y="573184"/>
            <a:chExt cx="1552289" cy="3703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AB4465-9F45-974F-0D4B-B7FA7B972EDE}"/>
                </a:ext>
              </a:extLst>
            </p:cNvPr>
            <p:cNvSpPr txBox="1"/>
            <p:nvPr/>
          </p:nvSpPr>
          <p:spPr>
            <a:xfrm>
              <a:off x="3042419" y="57418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849C79-CF1A-C1C8-99B3-858587181636}"/>
                </a:ext>
              </a:extLst>
            </p:cNvPr>
            <p:cNvSpPr txBox="1"/>
            <p:nvPr/>
          </p:nvSpPr>
          <p:spPr>
            <a:xfrm>
              <a:off x="3615223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Gaegu" pitchFamily="2" charset="0"/>
                  <a:ea typeface="Gaegu" pitchFamily="2" charset="0"/>
                </a:rPr>
                <a:t>1b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3C2409-0195-9652-16CA-36BEC27ADE14}"/>
                </a:ext>
              </a:extLst>
            </p:cNvPr>
            <p:cNvSpPr txBox="1"/>
            <p:nvPr/>
          </p:nvSpPr>
          <p:spPr>
            <a:xfrm>
              <a:off x="4123790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Gaegu" pitchFamily="2" charset="0"/>
                  <a:ea typeface="Gaegu" pitchFamily="2" charset="0"/>
                </a:rPr>
                <a:t>1c</a:t>
              </a:r>
            </a:p>
          </p:txBody>
        </p:sp>
      </p:grpSp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58B6EB72-7548-04B6-2259-BF9DBC2C5DF6}"/>
              </a:ext>
            </a:extLst>
          </p:cNvPr>
          <p:cNvCxnSpPr>
            <a:cxnSpLocks/>
          </p:cNvCxnSpPr>
          <p:nvPr/>
        </p:nvCxnSpPr>
        <p:spPr>
          <a:xfrm>
            <a:off x="385143" y="2806536"/>
            <a:ext cx="436974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718492C-9D29-D2DF-164B-95CCAE068C0A}"/>
              </a:ext>
            </a:extLst>
          </p:cNvPr>
          <p:cNvSpPr txBox="1"/>
          <p:nvPr/>
        </p:nvSpPr>
        <p:spPr>
          <a:xfrm>
            <a:off x="3332376" y="3610290"/>
            <a:ext cx="3980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2</a:t>
            </a:r>
          </a:p>
        </p:txBody>
      </p: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4C725281-2431-9F0A-4809-30AF4E276162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53886" y="1128904"/>
            <a:ext cx="3161420" cy="1677632"/>
          </a:xfrm>
          <a:prstGeom prst="curvedConnector3">
            <a:avLst>
              <a:gd name="adj1" fmla="val -25064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874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69082" y="-2299353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for (int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= 0;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&lt; 11;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++)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    if (</a:t>
              </a:r>
              <a:r>
                <a:rPr lang="en-AU" sz="1600" dirty="0" err="1">
                  <a:solidFill>
                    <a:srgbClr val="0070C0"/>
                  </a:solidFill>
                </a:rPr>
                <a:t>i</a:t>
              </a:r>
              <a:r>
                <a:rPr lang="en-AU" sz="1600" dirty="0">
                  <a:solidFill>
                    <a:srgbClr val="0070C0"/>
                  </a:solidFill>
                </a:rPr>
                <a:t> &gt; 0 </a:t>
              </a:r>
              <a:r>
                <a:rPr lang="en-AU" sz="1600" dirty="0"/>
                <a:t>&amp;&amp; </a:t>
              </a:r>
              <a:r>
                <a:rPr lang="en-AU" sz="1600" dirty="0" err="1">
                  <a:solidFill>
                    <a:srgbClr val="0070C0"/>
                  </a:solidFill>
                </a:rPr>
                <a:t>i</a:t>
              </a:r>
              <a:r>
                <a:rPr lang="en-AU" sz="1600" dirty="0">
                  <a:solidFill>
                    <a:srgbClr val="0070C0"/>
                  </a:solidFill>
                </a:rPr>
                <a:t> % 3 == 0</a:t>
              </a:r>
              <a:r>
                <a:rPr lang="en-AU" sz="1600" dirty="0"/>
                <a:t>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  continue;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5" y="375300"/>
              <a:ext cx="8321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4,5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1472332"/>
            <a:ext cx="407468" cy="2386159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AE2F9FA-437A-A833-AA7B-34F8716C5A8F}"/>
              </a:ext>
            </a:extLst>
          </p:cNvPr>
          <p:cNvSpPr txBox="1"/>
          <p:nvPr/>
        </p:nvSpPr>
        <p:spPr>
          <a:xfrm>
            <a:off x="295207" y="230355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7E063-7914-A74B-39B3-404C1F4F8616}"/>
              </a:ext>
            </a:extLst>
          </p:cNvPr>
          <p:cNvSpPr/>
          <p:nvPr/>
        </p:nvSpPr>
        <p:spPr>
          <a:xfrm>
            <a:off x="347959" y="2667427"/>
            <a:ext cx="1450791" cy="307777"/>
          </a:xfrm>
          <a:custGeom>
            <a:avLst/>
            <a:gdLst>
              <a:gd name="connsiteX0" fmla="*/ 0 w 1450791"/>
              <a:gd name="connsiteY0" fmla="*/ 0 h 307777"/>
              <a:gd name="connsiteX1" fmla="*/ 469089 w 1450791"/>
              <a:gd name="connsiteY1" fmla="*/ 0 h 307777"/>
              <a:gd name="connsiteX2" fmla="*/ 909162 w 1450791"/>
              <a:gd name="connsiteY2" fmla="*/ 0 h 307777"/>
              <a:gd name="connsiteX3" fmla="*/ 1450791 w 1450791"/>
              <a:gd name="connsiteY3" fmla="*/ 0 h 307777"/>
              <a:gd name="connsiteX4" fmla="*/ 1450791 w 1450791"/>
              <a:gd name="connsiteY4" fmla="*/ 307777 h 307777"/>
              <a:gd name="connsiteX5" fmla="*/ 996210 w 1450791"/>
              <a:gd name="connsiteY5" fmla="*/ 307777 h 307777"/>
              <a:gd name="connsiteX6" fmla="*/ 483597 w 1450791"/>
              <a:gd name="connsiteY6" fmla="*/ 307777 h 307777"/>
              <a:gd name="connsiteX7" fmla="*/ 0 w 1450791"/>
              <a:gd name="connsiteY7" fmla="*/ 307777 h 307777"/>
              <a:gd name="connsiteX8" fmla="*/ 0 w 1450791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0791" h="307777" extrusionOk="0">
                <a:moveTo>
                  <a:pt x="0" y="0"/>
                </a:moveTo>
                <a:cubicBezTo>
                  <a:pt x="150675" y="-4249"/>
                  <a:pt x="352734" y="-14730"/>
                  <a:pt x="469089" y="0"/>
                </a:cubicBezTo>
                <a:cubicBezTo>
                  <a:pt x="585444" y="14730"/>
                  <a:pt x="789481" y="20990"/>
                  <a:pt x="909162" y="0"/>
                </a:cubicBezTo>
                <a:cubicBezTo>
                  <a:pt x="1028843" y="-20990"/>
                  <a:pt x="1242402" y="2768"/>
                  <a:pt x="1450791" y="0"/>
                </a:cubicBezTo>
                <a:cubicBezTo>
                  <a:pt x="1456229" y="133970"/>
                  <a:pt x="1446634" y="197125"/>
                  <a:pt x="1450791" y="307777"/>
                </a:cubicBezTo>
                <a:cubicBezTo>
                  <a:pt x="1333195" y="294757"/>
                  <a:pt x="1100499" y="330196"/>
                  <a:pt x="996210" y="307777"/>
                </a:cubicBezTo>
                <a:cubicBezTo>
                  <a:pt x="891921" y="285358"/>
                  <a:pt x="589493" y="289357"/>
                  <a:pt x="483597" y="307777"/>
                </a:cubicBezTo>
                <a:cubicBezTo>
                  <a:pt x="377701" y="326197"/>
                  <a:pt x="104073" y="295228"/>
                  <a:pt x="0" y="307777"/>
                </a:cubicBezTo>
                <a:cubicBezTo>
                  <a:pt x="-6096" y="178844"/>
                  <a:pt x="1978" y="79401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01023FA-9001-FCFD-C162-D1D69900A581}"/>
              </a:ext>
            </a:extLst>
          </p:cNvPr>
          <p:cNvGrpSpPr/>
          <p:nvPr/>
        </p:nvGrpSpPr>
        <p:grpSpPr>
          <a:xfrm>
            <a:off x="3075077" y="573184"/>
            <a:ext cx="1552289" cy="370330"/>
            <a:chOff x="3042419" y="573184"/>
            <a:chExt cx="1552289" cy="3703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AB4465-9F45-974F-0D4B-B7FA7B972EDE}"/>
                </a:ext>
              </a:extLst>
            </p:cNvPr>
            <p:cNvSpPr txBox="1"/>
            <p:nvPr/>
          </p:nvSpPr>
          <p:spPr>
            <a:xfrm>
              <a:off x="3042419" y="57418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849C79-CF1A-C1C8-99B3-858587181636}"/>
                </a:ext>
              </a:extLst>
            </p:cNvPr>
            <p:cNvSpPr txBox="1"/>
            <p:nvPr/>
          </p:nvSpPr>
          <p:spPr>
            <a:xfrm>
              <a:off x="3615223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1b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3C2409-0195-9652-16CA-36BEC27ADE14}"/>
                </a:ext>
              </a:extLst>
            </p:cNvPr>
            <p:cNvSpPr txBox="1"/>
            <p:nvPr/>
          </p:nvSpPr>
          <p:spPr>
            <a:xfrm>
              <a:off x="4123790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1c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484974AA-FC17-36A6-D281-9526BAA9AA86}"/>
              </a:ext>
            </a:extLst>
          </p:cNvPr>
          <p:cNvSpPr/>
          <p:nvPr/>
        </p:nvSpPr>
        <p:spPr>
          <a:xfrm>
            <a:off x="4994561" y="1222329"/>
            <a:ext cx="889808" cy="454072"/>
          </a:xfrm>
          <a:custGeom>
            <a:avLst/>
            <a:gdLst>
              <a:gd name="connsiteX0" fmla="*/ 0 w 889808"/>
              <a:gd name="connsiteY0" fmla="*/ 0 h 454072"/>
              <a:gd name="connsiteX1" fmla="*/ 462700 w 889808"/>
              <a:gd name="connsiteY1" fmla="*/ 0 h 454072"/>
              <a:gd name="connsiteX2" fmla="*/ 889808 w 889808"/>
              <a:gd name="connsiteY2" fmla="*/ 0 h 454072"/>
              <a:gd name="connsiteX3" fmla="*/ 889808 w 889808"/>
              <a:gd name="connsiteY3" fmla="*/ 454072 h 454072"/>
              <a:gd name="connsiteX4" fmla="*/ 453802 w 889808"/>
              <a:gd name="connsiteY4" fmla="*/ 454072 h 454072"/>
              <a:gd name="connsiteX5" fmla="*/ 0 w 889808"/>
              <a:gd name="connsiteY5" fmla="*/ 454072 h 454072"/>
              <a:gd name="connsiteX6" fmla="*/ 0 w 889808"/>
              <a:gd name="connsiteY6" fmla="*/ 0 h 454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9808" h="454072" fill="none" extrusionOk="0">
                <a:moveTo>
                  <a:pt x="0" y="0"/>
                </a:moveTo>
                <a:cubicBezTo>
                  <a:pt x="126238" y="12968"/>
                  <a:pt x="321868" y="14185"/>
                  <a:pt x="462700" y="0"/>
                </a:cubicBezTo>
                <a:cubicBezTo>
                  <a:pt x="603532" y="-14185"/>
                  <a:pt x="683850" y="17911"/>
                  <a:pt x="889808" y="0"/>
                </a:cubicBezTo>
                <a:cubicBezTo>
                  <a:pt x="880961" y="181335"/>
                  <a:pt x="908156" y="355094"/>
                  <a:pt x="889808" y="454072"/>
                </a:cubicBezTo>
                <a:cubicBezTo>
                  <a:pt x="751825" y="464384"/>
                  <a:pt x="574036" y="457034"/>
                  <a:pt x="453802" y="454072"/>
                </a:cubicBezTo>
                <a:cubicBezTo>
                  <a:pt x="333568" y="451110"/>
                  <a:pt x="108538" y="462423"/>
                  <a:pt x="0" y="454072"/>
                </a:cubicBezTo>
                <a:cubicBezTo>
                  <a:pt x="-4003" y="336811"/>
                  <a:pt x="9608" y="216796"/>
                  <a:pt x="0" y="0"/>
                </a:cubicBezTo>
                <a:close/>
              </a:path>
              <a:path w="889808" h="454072" stroke="0" extrusionOk="0">
                <a:moveTo>
                  <a:pt x="0" y="0"/>
                </a:moveTo>
                <a:cubicBezTo>
                  <a:pt x="107937" y="2236"/>
                  <a:pt x="271773" y="21008"/>
                  <a:pt x="436006" y="0"/>
                </a:cubicBezTo>
                <a:cubicBezTo>
                  <a:pt x="600239" y="-21008"/>
                  <a:pt x="701292" y="-14889"/>
                  <a:pt x="889808" y="0"/>
                </a:cubicBezTo>
                <a:cubicBezTo>
                  <a:pt x="912213" y="209081"/>
                  <a:pt x="868953" y="294817"/>
                  <a:pt x="889808" y="454072"/>
                </a:cubicBezTo>
                <a:cubicBezTo>
                  <a:pt x="771480" y="464910"/>
                  <a:pt x="540894" y="455229"/>
                  <a:pt x="444904" y="454072"/>
                </a:cubicBezTo>
                <a:cubicBezTo>
                  <a:pt x="348914" y="452915"/>
                  <a:pt x="113024" y="464857"/>
                  <a:pt x="0" y="454072"/>
                </a:cubicBezTo>
                <a:cubicBezTo>
                  <a:pt x="16208" y="336174"/>
                  <a:pt x="21623" y="98883"/>
                  <a:pt x="0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3%3 = 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F73961-75AC-FF7A-0585-C8F51440CC47}"/>
              </a:ext>
            </a:extLst>
          </p:cNvPr>
          <p:cNvSpPr txBox="1"/>
          <p:nvPr/>
        </p:nvSpPr>
        <p:spPr>
          <a:xfrm>
            <a:off x="313363" y="2630750"/>
            <a:ext cx="1119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0 1</a:t>
            </a:r>
            <a:r>
              <a:rPr lang="en-US" dirty="0"/>
              <a:t>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US" dirty="0"/>
              <a:t>  3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D38DD08A-C00A-8E84-C5E4-6339ECBF64DC}"/>
              </a:ext>
            </a:extLst>
          </p:cNvPr>
          <p:cNvCxnSpPr>
            <a:cxnSpLocks/>
          </p:cNvCxnSpPr>
          <p:nvPr/>
        </p:nvCxnSpPr>
        <p:spPr>
          <a:xfrm>
            <a:off x="385143" y="2806536"/>
            <a:ext cx="436974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2BD4BD1-1EFD-8A72-9940-601FD75580DC}"/>
              </a:ext>
            </a:extLst>
          </p:cNvPr>
          <p:cNvSpPr txBox="1"/>
          <p:nvPr/>
        </p:nvSpPr>
        <p:spPr>
          <a:xfrm>
            <a:off x="3332376" y="3610290"/>
            <a:ext cx="3980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33026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69082" y="-2299353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for (int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= 0;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&lt; 11;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++)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if 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&gt; 0 &amp;&amp;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% 3 == 0)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        continue;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5" y="375300"/>
              <a:ext cx="8321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1c,1b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1939473"/>
            <a:ext cx="407468" cy="1821604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AE2F9FA-437A-A833-AA7B-34F8716C5A8F}"/>
              </a:ext>
            </a:extLst>
          </p:cNvPr>
          <p:cNvSpPr txBox="1"/>
          <p:nvPr/>
        </p:nvSpPr>
        <p:spPr>
          <a:xfrm>
            <a:off x="295207" y="230355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i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7E063-7914-A74B-39B3-404C1F4F8616}"/>
              </a:ext>
            </a:extLst>
          </p:cNvPr>
          <p:cNvSpPr/>
          <p:nvPr/>
        </p:nvSpPr>
        <p:spPr>
          <a:xfrm>
            <a:off x="347959" y="2667427"/>
            <a:ext cx="1450791" cy="307777"/>
          </a:xfrm>
          <a:custGeom>
            <a:avLst/>
            <a:gdLst>
              <a:gd name="connsiteX0" fmla="*/ 0 w 1450791"/>
              <a:gd name="connsiteY0" fmla="*/ 0 h 307777"/>
              <a:gd name="connsiteX1" fmla="*/ 469089 w 1450791"/>
              <a:gd name="connsiteY1" fmla="*/ 0 h 307777"/>
              <a:gd name="connsiteX2" fmla="*/ 909162 w 1450791"/>
              <a:gd name="connsiteY2" fmla="*/ 0 h 307777"/>
              <a:gd name="connsiteX3" fmla="*/ 1450791 w 1450791"/>
              <a:gd name="connsiteY3" fmla="*/ 0 h 307777"/>
              <a:gd name="connsiteX4" fmla="*/ 1450791 w 1450791"/>
              <a:gd name="connsiteY4" fmla="*/ 307777 h 307777"/>
              <a:gd name="connsiteX5" fmla="*/ 996210 w 1450791"/>
              <a:gd name="connsiteY5" fmla="*/ 307777 h 307777"/>
              <a:gd name="connsiteX6" fmla="*/ 483597 w 1450791"/>
              <a:gd name="connsiteY6" fmla="*/ 307777 h 307777"/>
              <a:gd name="connsiteX7" fmla="*/ 0 w 1450791"/>
              <a:gd name="connsiteY7" fmla="*/ 307777 h 307777"/>
              <a:gd name="connsiteX8" fmla="*/ 0 w 1450791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0791" h="307777" extrusionOk="0">
                <a:moveTo>
                  <a:pt x="0" y="0"/>
                </a:moveTo>
                <a:cubicBezTo>
                  <a:pt x="150675" y="-4249"/>
                  <a:pt x="352734" y="-14730"/>
                  <a:pt x="469089" y="0"/>
                </a:cubicBezTo>
                <a:cubicBezTo>
                  <a:pt x="585444" y="14730"/>
                  <a:pt x="789481" y="20990"/>
                  <a:pt x="909162" y="0"/>
                </a:cubicBezTo>
                <a:cubicBezTo>
                  <a:pt x="1028843" y="-20990"/>
                  <a:pt x="1242402" y="2768"/>
                  <a:pt x="1450791" y="0"/>
                </a:cubicBezTo>
                <a:cubicBezTo>
                  <a:pt x="1456229" y="133970"/>
                  <a:pt x="1446634" y="197125"/>
                  <a:pt x="1450791" y="307777"/>
                </a:cubicBezTo>
                <a:cubicBezTo>
                  <a:pt x="1333195" y="294757"/>
                  <a:pt x="1100499" y="330196"/>
                  <a:pt x="996210" y="307777"/>
                </a:cubicBezTo>
                <a:cubicBezTo>
                  <a:pt x="891921" y="285358"/>
                  <a:pt x="589493" y="289357"/>
                  <a:pt x="483597" y="307777"/>
                </a:cubicBezTo>
                <a:cubicBezTo>
                  <a:pt x="377701" y="326197"/>
                  <a:pt x="104073" y="295228"/>
                  <a:pt x="0" y="307777"/>
                </a:cubicBezTo>
                <a:cubicBezTo>
                  <a:pt x="-6096" y="178844"/>
                  <a:pt x="1978" y="79401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01023FA-9001-FCFD-C162-D1D69900A581}"/>
              </a:ext>
            </a:extLst>
          </p:cNvPr>
          <p:cNvGrpSpPr/>
          <p:nvPr/>
        </p:nvGrpSpPr>
        <p:grpSpPr>
          <a:xfrm>
            <a:off x="3075077" y="573184"/>
            <a:ext cx="1552289" cy="370330"/>
            <a:chOff x="3042419" y="573184"/>
            <a:chExt cx="1552289" cy="3703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AB4465-9F45-974F-0D4B-B7FA7B972EDE}"/>
                </a:ext>
              </a:extLst>
            </p:cNvPr>
            <p:cNvSpPr txBox="1"/>
            <p:nvPr/>
          </p:nvSpPr>
          <p:spPr>
            <a:xfrm>
              <a:off x="3042419" y="57418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849C79-CF1A-C1C8-99B3-858587181636}"/>
                </a:ext>
              </a:extLst>
            </p:cNvPr>
            <p:cNvSpPr txBox="1"/>
            <p:nvPr/>
          </p:nvSpPr>
          <p:spPr>
            <a:xfrm>
              <a:off x="3615223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1b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3C2409-0195-9652-16CA-36BEC27ADE14}"/>
                </a:ext>
              </a:extLst>
            </p:cNvPr>
            <p:cNvSpPr txBox="1"/>
            <p:nvPr/>
          </p:nvSpPr>
          <p:spPr>
            <a:xfrm>
              <a:off x="4123790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1c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2774E08-A43E-46C2-75C1-E7C3AA8BFED5}"/>
              </a:ext>
            </a:extLst>
          </p:cNvPr>
          <p:cNvSpPr txBox="1"/>
          <p:nvPr/>
        </p:nvSpPr>
        <p:spPr>
          <a:xfrm>
            <a:off x="3332376" y="3610290"/>
            <a:ext cx="3980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  <a:p>
            <a:r>
              <a:rPr lang="en-US" dirty="0"/>
              <a:t>1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E8818A-0BD4-A9BC-E4E2-CCF479D0FC46}"/>
              </a:ext>
            </a:extLst>
          </p:cNvPr>
          <p:cNvSpPr txBox="1"/>
          <p:nvPr/>
        </p:nvSpPr>
        <p:spPr>
          <a:xfrm>
            <a:off x="3332376" y="3610290"/>
            <a:ext cx="3980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5EBB03-222D-5792-6537-26E4DB898CCA}"/>
              </a:ext>
            </a:extLst>
          </p:cNvPr>
          <p:cNvSpPr txBox="1"/>
          <p:nvPr/>
        </p:nvSpPr>
        <p:spPr>
          <a:xfrm>
            <a:off x="307914" y="2632010"/>
            <a:ext cx="1119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0 1</a:t>
            </a:r>
            <a:r>
              <a:rPr lang="en-US" dirty="0"/>
              <a:t>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US" dirty="0"/>
              <a:t>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3</a:t>
            </a:r>
          </a:p>
        </p:txBody>
      </p: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B2A9715A-98D3-44D3-F445-C5769F6D8B13}"/>
              </a:ext>
            </a:extLst>
          </p:cNvPr>
          <p:cNvCxnSpPr>
            <a:cxnSpLocks/>
          </p:cNvCxnSpPr>
          <p:nvPr/>
        </p:nvCxnSpPr>
        <p:spPr>
          <a:xfrm>
            <a:off x="385143" y="2806536"/>
            <a:ext cx="436974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4357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64417" y="-2299353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for (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= 0; </a:t>
              </a:r>
              <a:r>
                <a:rPr lang="en-AU" sz="1600" dirty="0" err="1">
                  <a:solidFill>
                    <a:srgbClr val="0070C0"/>
                  </a:solidFill>
                </a:rPr>
                <a:t>i</a:t>
              </a:r>
              <a:r>
                <a:rPr lang="en-AU" sz="1600" dirty="0">
                  <a:solidFill>
                    <a:srgbClr val="0070C0"/>
                  </a:solidFill>
                </a:rPr>
                <a:t> &lt; 11; </a:t>
              </a:r>
              <a:r>
                <a:rPr lang="en-AU" sz="1600" dirty="0" err="1">
                  <a:solidFill>
                    <a:srgbClr val="0070C0"/>
                  </a:solidFill>
                </a:rPr>
                <a:t>i</a:t>
              </a:r>
              <a:r>
                <a:rPr lang="en-AU" sz="1600" dirty="0">
                  <a:solidFill>
                    <a:srgbClr val="0070C0"/>
                  </a:solidFill>
                </a:rPr>
                <a:t>++</a:t>
              </a:r>
              <a:r>
                <a:rPr lang="en-AU" sz="1600" dirty="0"/>
                <a:t>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if 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&gt; 0 &amp;&amp;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% 3 == 0)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  continue;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1c,1b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2,3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977934"/>
            <a:ext cx="407468" cy="2923602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AE2F9FA-437A-A833-AA7B-34F8716C5A8F}"/>
              </a:ext>
            </a:extLst>
          </p:cNvPr>
          <p:cNvSpPr txBox="1"/>
          <p:nvPr/>
        </p:nvSpPr>
        <p:spPr>
          <a:xfrm>
            <a:off x="295207" y="230355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7E063-7914-A74B-39B3-404C1F4F8616}"/>
              </a:ext>
            </a:extLst>
          </p:cNvPr>
          <p:cNvSpPr/>
          <p:nvPr/>
        </p:nvSpPr>
        <p:spPr>
          <a:xfrm>
            <a:off x="347959" y="2667427"/>
            <a:ext cx="1450791" cy="307777"/>
          </a:xfrm>
          <a:custGeom>
            <a:avLst/>
            <a:gdLst>
              <a:gd name="connsiteX0" fmla="*/ 0 w 1450791"/>
              <a:gd name="connsiteY0" fmla="*/ 0 h 307777"/>
              <a:gd name="connsiteX1" fmla="*/ 469089 w 1450791"/>
              <a:gd name="connsiteY1" fmla="*/ 0 h 307777"/>
              <a:gd name="connsiteX2" fmla="*/ 909162 w 1450791"/>
              <a:gd name="connsiteY2" fmla="*/ 0 h 307777"/>
              <a:gd name="connsiteX3" fmla="*/ 1450791 w 1450791"/>
              <a:gd name="connsiteY3" fmla="*/ 0 h 307777"/>
              <a:gd name="connsiteX4" fmla="*/ 1450791 w 1450791"/>
              <a:gd name="connsiteY4" fmla="*/ 307777 h 307777"/>
              <a:gd name="connsiteX5" fmla="*/ 996210 w 1450791"/>
              <a:gd name="connsiteY5" fmla="*/ 307777 h 307777"/>
              <a:gd name="connsiteX6" fmla="*/ 483597 w 1450791"/>
              <a:gd name="connsiteY6" fmla="*/ 307777 h 307777"/>
              <a:gd name="connsiteX7" fmla="*/ 0 w 1450791"/>
              <a:gd name="connsiteY7" fmla="*/ 307777 h 307777"/>
              <a:gd name="connsiteX8" fmla="*/ 0 w 1450791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0791" h="307777" extrusionOk="0">
                <a:moveTo>
                  <a:pt x="0" y="0"/>
                </a:moveTo>
                <a:cubicBezTo>
                  <a:pt x="150675" y="-4249"/>
                  <a:pt x="352734" y="-14730"/>
                  <a:pt x="469089" y="0"/>
                </a:cubicBezTo>
                <a:cubicBezTo>
                  <a:pt x="585444" y="14730"/>
                  <a:pt x="789481" y="20990"/>
                  <a:pt x="909162" y="0"/>
                </a:cubicBezTo>
                <a:cubicBezTo>
                  <a:pt x="1028843" y="-20990"/>
                  <a:pt x="1242402" y="2768"/>
                  <a:pt x="1450791" y="0"/>
                </a:cubicBezTo>
                <a:cubicBezTo>
                  <a:pt x="1456229" y="133970"/>
                  <a:pt x="1446634" y="197125"/>
                  <a:pt x="1450791" y="307777"/>
                </a:cubicBezTo>
                <a:cubicBezTo>
                  <a:pt x="1333195" y="294757"/>
                  <a:pt x="1100499" y="330196"/>
                  <a:pt x="996210" y="307777"/>
                </a:cubicBezTo>
                <a:cubicBezTo>
                  <a:pt x="891921" y="285358"/>
                  <a:pt x="589493" y="289357"/>
                  <a:pt x="483597" y="307777"/>
                </a:cubicBezTo>
                <a:cubicBezTo>
                  <a:pt x="377701" y="326197"/>
                  <a:pt x="104073" y="295228"/>
                  <a:pt x="0" y="307777"/>
                </a:cubicBezTo>
                <a:cubicBezTo>
                  <a:pt x="-6096" y="178844"/>
                  <a:pt x="1978" y="79401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ED454B-CDB8-80F6-31B9-8F994D380C95}"/>
              </a:ext>
            </a:extLst>
          </p:cNvPr>
          <p:cNvSpPr txBox="1"/>
          <p:nvPr/>
        </p:nvSpPr>
        <p:spPr>
          <a:xfrm>
            <a:off x="313363" y="2630750"/>
            <a:ext cx="1119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0 1</a:t>
            </a:r>
            <a:r>
              <a:rPr lang="en-US" dirty="0"/>
              <a:t>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2 3  </a:t>
            </a:r>
            <a:r>
              <a:rPr lang="en-US" dirty="0"/>
              <a:t>4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B11B07C-AC6C-78BE-A11C-35A43F2E0F8A}"/>
              </a:ext>
            </a:extLst>
          </p:cNvPr>
          <p:cNvGrpSpPr/>
          <p:nvPr/>
        </p:nvGrpSpPr>
        <p:grpSpPr>
          <a:xfrm>
            <a:off x="3075077" y="573184"/>
            <a:ext cx="1552289" cy="370330"/>
            <a:chOff x="3042419" y="573184"/>
            <a:chExt cx="1552289" cy="3703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AB4465-9F45-974F-0D4B-B7FA7B972EDE}"/>
                </a:ext>
              </a:extLst>
            </p:cNvPr>
            <p:cNvSpPr txBox="1"/>
            <p:nvPr/>
          </p:nvSpPr>
          <p:spPr>
            <a:xfrm>
              <a:off x="3042419" y="57418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849C79-CF1A-C1C8-99B3-858587181636}"/>
                </a:ext>
              </a:extLst>
            </p:cNvPr>
            <p:cNvSpPr txBox="1"/>
            <p:nvPr/>
          </p:nvSpPr>
          <p:spPr>
            <a:xfrm>
              <a:off x="3615223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Gaegu" pitchFamily="2" charset="0"/>
                  <a:ea typeface="Gaegu" pitchFamily="2" charset="0"/>
                </a:rPr>
                <a:t>1b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3C2409-0195-9652-16CA-36BEC27ADE14}"/>
                </a:ext>
              </a:extLst>
            </p:cNvPr>
            <p:cNvSpPr txBox="1"/>
            <p:nvPr/>
          </p:nvSpPr>
          <p:spPr>
            <a:xfrm>
              <a:off x="4123790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Gaegu" pitchFamily="2" charset="0"/>
                  <a:ea typeface="Gaegu" pitchFamily="2" charset="0"/>
                </a:rPr>
                <a:t>1c</a:t>
              </a:r>
            </a:p>
          </p:txBody>
        </p:sp>
      </p:grpSp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58B6EB72-7548-04B6-2259-BF9DBC2C5DF6}"/>
              </a:ext>
            </a:extLst>
          </p:cNvPr>
          <p:cNvCxnSpPr>
            <a:cxnSpLocks/>
          </p:cNvCxnSpPr>
          <p:nvPr/>
        </p:nvCxnSpPr>
        <p:spPr>
          <a:xfrm>
            <a:off x="385143" y="2806536"/>
            <a:ext cx="649000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718492C-9D29-D2DF-164B-95CCAE068C0A}"/>
              </a:ext>
            </a:extLst>
          </p:cNvPr>
          <p:cNvSpPr txBox="1"/>
          <p:nvPr/>
        </p:nvSpPr>
        <p:spPr>
          <a:xfrm>
            <a:off x="3332376" y="3610290"/>
            <a:ext cx="3980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2</a:t>
            </a:r>
          </a:p>
        </p:txBody>
      </p: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3753D3E7-9BFC-7E2F-1894-A62A694FB4CA}"/>
              </a:ext>
            </a:extLst>
          </p:cNvPr>
          <p:cNvCxnSpPr>
            <a:cxnSpLocks/>
            <a:endCxn id="8" idx="3"/>
          </p:cNvCxnSpPr>
          <p:nvPr/>
        </p:nvCxnSpPr>
        <p:spPr>
          <a:xfrm rot="10800000" flipV="1">
            <a:off x="1432580" y="1128904"/>
            <a:ext cx="2882726" cy="1686512"/>
          </a:xfrm>
          <a:prstGeom prst="curvedConnector3">
            <a:avLst>
              <a:gd name="adj1" fmla="val -29678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632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69082" y="-2299353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for (int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= 0;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&lt; 11;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++)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    if (</a:t>
              </a:r>
              <a:r>
                <a:rPr lang="en-AU" sz="1600" dirty="0" err="1"/>
                <a:t>i</a:t>
              </a:r>
              <a:r>
                <a:rPr lang="en-AU" sz="1600" dirty="0"/>
                <a:t> &gt; 0 &amp;&amp; </a:t>
              </a:r>
              <a:r>
                <a:rPr lang="en-AU" sz="1600" dirty="0" err="1">
                  <a:solidFill>
                    <a:srgbClr val="BA38EF"/>
                  </a:solidFill>
                </a:rPr>
                <a:t>i</a:t>
              </a:r>
              <a:r>
                <a:rPr lang="en-AU" sz="1600" dirty="0">
                  <a:solidFill>
                    <a:srgbClr val="BA38EF"/>
                  </a:solidFill>
                </a:rPr>
                <a:t> % 3 == 0</a:t>
              </a:r>
              <a:r>
                <a:rPr lang="en-AU" sz="1600" dirty="0"/>
                <a:t>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  continue;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5" y="375300"/>
              <a:ext cx="8321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1472332"/>
            <a:ext cx="407468" cy="2386159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AE2F9FA-437A-A833-AA7B-34F8716C5A8F}"/>
              </a:ext>
            </a:extLst>
          </p:cNvPr>
          <p:cNvSpPr txBox="1"/>
          <p:nvPr/>
        </p:nvSpPr>
        <p:spPr>
          <a:xfrm>
            <a:off x="295207" y="230355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7E063-7914-A74B-39B3-404C1F4F8616}"/>
              </a:ext>
            </a:extLst>
          </p:cNvPr>
          <p:cNvSpPr/>
          <p:nvPr/>
        </p:nvSpPr>
        <p:spPr>
          <a:xfrm>
            <a:off x="347959" y="2667427"/>
            <a:ext cx="1450791" cy="307777"/>
          </a:xfrm>
          <a:custGeom>
            <a:avLst/>
            <a:gdLst>
              <a:gd name="connsiteX0" fmla="*/ 0 w 1450791"/>
              <a:gd name="connsiteY0" fmla="*/ 0 h 307777"/>
              <a:gd name="connsiteX1" fmla="*/ 469089 w 1450791"/>
              <a:gd name="connsiteY1" fmla="*/ 0 h 307777"/>
              <a:gd name="connsiteX2" fmla="*/ 909162 w 1450791"/>
              <a:gd name="connsiteY2" fmla="*/ 0 h 307777"/>
              <a:gd name="connsiteX3" fmla="*/ 1450791 w 1450791"/>
              <a:gd name="connsiteY3" fmla="*/ 0 h 307777"/>
              <a:gd name="connsiteX4" fmla="*/ 1450791 w 1450791"/>
              <a:gd name="connsiteY4" fmla="*/ 307777 h 307777"/>
              <a:gd name="connsiteX5" fmla="*/ 996210 w 1450791"/>
              <a:gd name="connsiteY5" fmla="*/ 307777 h 307777"/>
              <a:gd name="connsiteX6" fmla="*/ 483597 w 1450791"/>
              <a:gd name="connsiteY6" fmla="*/ 307777 h 307777"/>
              <a:gd name="connsiteX7" fmla="*/ 0 w 1450791"/>
              <a:gd name="connsiteY7" fmla="*/ 307777 h 307777"/>
              <a:gd name="connsiteX8" fmla="*/ 0 w 1450791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0791" h="307777" extrusionOk="0">
                <a:moveTo>
                  <a:pt x="0" y="0"/>
                </a:moveTo>
                <a:cubicBezTo>
                  <a:pt x="150675" y="-4249"/>
                  <a:pt x="352734" y="-14730"/>
                  <a:pt x="469089" y="0"/>
                </a:cubicBezTo>
                <a:cubicBezTo>
                  <a:pt x="585444" y="14730"/>
                  <a:pt x="789481" y="20990"/>
                  <a:pt x="909162" y="0"/>
                </a:cubicBezTo>
                <a:cubicBezTo>
                  <a:pt x="1028843" y="-20990"/>
                  <a:pt x="1242402" y="2768"/>
                  <a:pt x="1450791" y="0"/>
                </a:cubicBezTo>
                <a:cubicBezTo>
                  <a:pt x="1456229" y="133970"/>
                  <a:pt x="1446634" y="197125"/>
                  <a:pt x="1450791" y="307777"/>
                </a:cubicBezTo>
                <a:cubicBezTo>
                  <a:pt x="1333195" y="294757"/>
                  <a:pt x="1100499" y="330196"/>
                  <a:pt x="996210" y="307777"/>
                </a:cubicBezTo>
                <a:cubicBezTo>
                  <a:pt x="891921" y="285358"/>
                  <a:pt x="589493" y="289357"/>
                  <a:pt x="483597" y="307777"/>
                </a:cubicBezTo>
                <a:cubicBezTo>
                  <a:pt x="377701" y="326197"/>
                  <a:pt x="104073" y="295228"/>
                  <a:pt x="0" y="307777"/>
                </a:cubicBezTo>
                <a:cubicBezTo>
                  <a:pt x="-6096" y="178844"/>
                  <a:pt x="1978" y="79401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01023FA-9001-FCFD-C162-D1D69900A581}"/>
              </a:ext>
            </a:extLst>
          </p:cNvPr>
          <p:cNvGrpSpPr/>
          <p:nvPr/>
        </p:nvGrpSpPr>
        <p:grpSpPr>
          <a:xfrm>
            <a:off x="3075077" y="573184"/>
            <a:ext cx="1552289" cy="370330"/>
            <a:chOff x="3042419" y="573184"/>
            <a:chExt cx="1552289" cy="3703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AB4465-9F45-974F-0D4B-B7FA7B972EDE}"/>
                </a:ext>
              </a:extLst>
            </p:cNvPr>
            <p:cNvSpPr txBox="1"/>
            <p:nvPr/>
          </p:nvSpPr>
          <p:spPr>
            <a:xfrm>
              <a:off x="3042419" y="57418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849C79-CF1A-C1C8-99B3-858587181636}"/>
                </a:ext>
              </a:extLst>
            </p:cNvPr>
            <p:cNvSpPr txBox="1"/>
            <p:nvPr/>
          </p:nvSpPr>
          <p:spPr>
            <a:xfrm>
              <a:off x="3615223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1b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3C2409-0195-9652-16CA-36BEC27ADE14}"/>
                </a:ext>
              </a:extLst>
            </p:cNvPr>
            <p:cNvSpPr txBox="1"/>
            <p:nvPr/>
          </p:nvSpPr>
          <p:spPr>
            <a:xfrm>
              <a:off x="4123790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1c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484974AA-FC17-36A6-D281-9526BAA9AA86}"/>
              </a:ext>
            </a:extLst>
          </p:cNvPr>
          <p:cNvSpPr/>
          <p:nvPr/>
        </p:nvSpPr>
        <p:spPr>
          <a:xfrm>
            <a:off x="4994561" y="1222329"/>
            <a:ext cx="889808" cy="454072"/>
          </a:xfrm>
          <a:custGeom>
            <a:avLst/>
            <a:gdLst>
              <a:gd name="connsiteX0" fmla="*/ 0 w 889808"/>
              <a:gd name="connsiteY0" fmla="*/ 0 h 454072"/>
              <a:gd name="connsiteX1" fmla="*/ 462700 w 889808"/>
              <a:gd name="connsiteY1" fmla="*/ 0 h 454072"/>
              <a:gd name="connsiteX2" fmla="*/ 889808 w 889808"/>
              <a:gd name="connsiteY2" fmla="*/ 0 h 454072"/>
              <a:gd name="connsiteX3" fmla="*/ 889808 w 889808"/>
              <a:gd name="connsiteY3" fmla="*/ 454072 h 454072"/>
              <a:gd name="connsiteX4" fmla="*/ 453802 w 889808"/>
              <a:gd name="connsiteY4" fmla="*/ 454072 h 454072"/>
              <a:gd name="connsiteX5" fmla="*/ 0 w 889808"/>
              <a:gd name="connsiteY5" fmla="*/ 454072 h 454072"/>
              <a:gd name="connsiteX6" fmla="*/ 0 w 889808"/>
              <a:gd name="connsiteY6" fmla="*/ 0 h 454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9808" h="454072" fill="none" extrusionOk="0">
                <a:moveTo>
                  <a:pt x="0" y="0"/>
                </a:moveTo>
                <a:cubicBezTo>
                  <a:pt x="126238" y="12968"/>
                  <a:pt x="321868" y="14185"/>
                  <a:pt x="462700" y="0"/>
                </a:cubicBezTo>
                <a:cubicBezTo>
                  <a:pt x="603532" y="-14185"/>
                  <a:pt x="683850" y="17911"/>
                  <a:pt x="889808" y="0"/>
                </a:cubicBezTo>
                <a:cubicBezTo>
                  <a:pt x="880961" y="181335"/>
                  <a:pt x="908156" y="355094"/>
                  <a:pt x="889808" y="454072"/>
                </a:cubicBezTo>
                <a:cubicBezTo>
                  <a:pt x="751825" y="464384"/>
                  <a:pt x="574036" y="457034"/>
                  <a:pt x="453802" y="454072"/>
                </a:cubicBezTo>
                <a:cubicBezTo>
                  <a:pt x="333568" y="451110"/>
                  <a:pt x="108538" y="462423"/>
                  <a:pt x="0" y="454072"/>
                </a:cubicBezTo>
                <a:cubicBezTo>
                  <a:pt x="-4003" y="336811"/>
                  <a:pt x="9608" y="216796"/>
                  <a:pt x="0" y="0"/>
                </a:cubicBezTo>
                <a:close/>
              </a:path>
              <a:path w="889808" h="454072" stroke="0" extrusionOk="0">
                <a:moveTo>
                  <a:pt x="0" y="0"/>
                </a:moveTo>
                <a:cubicBezTo>
                  <a:pt x="107937" y="2236"/>
                  <a:pt x="271773" y="21008"/>
                  <a:pt x="436006" y="0"/>
                </a:cubicBezTo>
                <a:cubicBezTo>
                  <a:pt x="600239" y="-21008"/>
                  <a:pt x="701292" y="-14889"/>
                  <a:pt x="889808" y="0"/>
                </a:cubicBezTo>
                <a:cubicBezTo>
                  <a:pt x="912213" y="209081"/>
                  <a:pt x="868953" y="294817"/>
                  <a:pt x="889808" y="454072"/>
                </a:cubicBezTo>
                <a:cubicBezTo>
                  <a:pt x="771480" y="464910"/>
                  <a:pt x="540894" y="455229"/>
                  <a:pt x="444904" y="454072"/>
                </a:cubicBezTo>
                <a:cubicBezTo>
                  <a:pt x="348914" y="452915"/>
                  <a:pt x="113024" y="464857"/>
                  <a:pt x="0" y="454072"/>
                </a:cubicBezTo>
                <a:cubicBezTo>
                  <a:pt x="16208" y="336174"/>
                  <a:pt x="21623" y="98883"/>
                  <a:pt x="0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4%3 =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F73961-75AC-FF7A-0585-C8F51440CC47}"/>
              </a:ext>
            </a:extLst>
          </p:cNvPr>
          <p:cNvSpPr txBox="1"/>
          <p:nvPr/>
        </p:nvSpPr>
        <p:spPr>
          <a:xfrm>
            <a:off x="313363" y="2630750"/>
            <a:ext cx="1119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0 1 2 3</a:t>
            </a:r>
            <a:r>
              <a:rPr lang="en-US" dirty="0"/>
              <a:t>  4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D38DD08A-C00A-8E84-C5E4-6339ECBF64DC}"/>
              </a:ext>
            </a:extLst>
          </p:cNvPr>
          <p:cNvCxnSpPr>
            <a:cxnSpLocks/>
          </p:cNvCxnSpPr>
          <p:nvPr/>
        </p:nvCxnSpPr>
        <p:spPr>
          <a:xfrm>
            <a:off x="385143" y="2806536"/>
            <a:ext cx="649000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2BD4BD1-1EFD-8A72-9940-601FD75580DC}"/>
              </a:ext>
            </a:extLst>
          </p:cNvPr>
          <p:cNvSpPr txBox="1"/>
          <p:nvPr/>
        </p:nvSpPr>
        <p:spPr>
          <a:xfrm>
            <a:off x="3332376" y="3610290"/>
            <a:ext cx="3980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26564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69082" y="-2299353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for (int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= 0;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&lt; 11;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++)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if 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&gt; 0 &amp;&amp;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% 3 == 0)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  continue;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    write_line(</a:t>
              </a:r>
              <a:r>
                <a:rPr lang="en-AU" sz="1600" dirty="0" err="1"/>
                <a:t>i</a:t>
              </a:r>
              <a:r>
                <a:rPr lang="en-AU" sz="1600" dirty="0"/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5" y="375300"/>
              <a:ext cx="8321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8, 1c,1b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2432123"/>
            <a:ext cx="407468" cy="1241702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AE2F9FA-437A-A833-AA7B-34F8716C5A8F}"/>
              </a:ext>
            </a:extLst>
          </p:cNvPr>
          <p:cNvSpPr txBox="1"/>
          <p:nvPr/>
        </p:nvSpPr>
        <p:spPr>
          <a:xfrm>
            <a:off x="295207" y="230355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7E063-7914-A74B-39B3-404C1F4F8616}"/>
              </a:ext>
            </a:extLst>
          </p:cNvPr>
          <p:cNvSpPr/>
          <p:nvPr/>
        </p:nvSpPr>
        <p:spPr>
          <a:xfrm>
            <a:off x="347959" y="2667427"/>
            <a:ext cx="1450791" cy="307777"/>
          </a:xfrm>
          <a:custGeom>
            <a:avLst/>
            <a:gdLst>
              <a:gd name="connsiteX0" fmla="*/ 0 w 1450791"/>
              <a:gd name="connsiteY0" fmla="*/ 0 h 307777"/>
              <a:gd name="connsiteX1" fmla="*/ 469089 w 1450791"/>
              <a:gd name="connsiteY1" fmla="*/ 0 h 307777"/>
              <a:gd name="connsiteX2" fmla="*/ 909162 w 1450791"/>
              <a:gd name="connsiteY2" fmla="*/ 0 h 307777"/>
              <a:gd name="connsiteX3" fmla="*/ 1450791 w 1450791"/>
              <a:gd name="connsiteY3" fmla="*/ 0 h 307777"/>
              <a:gd name="connsiteX4" fmla="*/ 1450791 w 1450791"/>
              <a:gd name="connsiteY4" fmla="*/ 307777 h 307777"/>
              <a:gd name="connsiteX5" fmla="*/ 996210 w 1450791"/>
              <a:gd name="connsiteY5" fmla="*/ 307777 h 307777"/>
              <a:gd name="connsiteX6" fmla="*/ 483597 w 1450791"/>
              <a:gd name="connsiteY6" fmla="*/ 307777 h 307777"/>
              <a:gd name="connsiteX7" fmla="*/ 0 w 1450791"/>
              <a:gd name="connsiteY7" fmla="*/ 307777 h 307777"/>
              <a:gd name="connsiteX8" fmla="*/ 0 w 1450791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0791" h="307777" extrusionOk="0">
                <a:moveTo>
                  <a:pt x="0" y="0"/>
                </a:moveTo>
                <a:cubicBezTo>
                  <a:pt x="150675" y="-4249"/>
                  <a:pt x="352734" y="-14730"/>
                  <a:pt x="469089" y="0"/>
                </a:cubicBezTo>
                <a:cubicBezTo>
                  <a:pt x="585444" y="14730"/>
                  <a:pt x="789481" y="20990"/>
                  <a:pt x="909162" y="0"/>
                </a:cubicBezTo>
                <a:cubicBezTo>
                  <a:pt x="1028843" y="-20990"/>
                  <a:pt x="1242402" y="2768"/>
                  <a:pt x="1450791" y="0"/>
                </a:cubicBezTo>
                <a:cubicBezTo>
                  <a:pt x="1456229" y="133970"/>
                  <a:pt x="1446634" y="197125"/>
                  <a:pt x="1450791" y="307777"/>
                </a:cubicBezTo>
                <a:cubicBezTo>
                  <a:pt x="1333195" y="294757"/>
                  <a:pt x="1100499" y="330196"/>
                  <a:pt x="996210" y="307777"/>
                </a:cubicBezTo>
                <a:cubicBezTo>
                  <a:pt x="891921" y="285358"/>
                  <a:pt x="589493" y="289357"/>
                  <a:pt x="483597" y="307777"/>
                </a:cubicBezTo>
                <a:cubicBezTo>
                  <a:pt x="377701" y="326197"/>
                  <a:pt x="104073" y="295228"/>
                  <a:pt x="0" y="307777"/>
                </a:cubicBezTo>
                <a:cubicBezTo>
                  <a:pt x="-6096" y="178844"/>
                  <a:pt x="1978" y="79401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01023FA-9001-FCFD-C162-D1D69900A581}"/>
              </a:ext>
            </a:extLst>
          </p:cNvPr>
          <p:cNvGrpSpPr/>
          <p:nvPr/>
        </p:nvGrpSpPr>
        <p:grpSpPr>
          <a:xfrm>
            <a:off x="3075077" y="573184"/>
            <a:ext cx="1552289" cy="370330"/>
            <a:chOff x="3042419" y="573184"/>
            <a:chExt cx="1552289" cy="3703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AB4465-9F45-974F-0D4B-B7FA7B972EDE}"/>
                </a:ext>
              </a:extLst>
            </p:cNvPr>
            <p:cNvSpPr txBox="1"/>
            <p:nvPr/>
          </p:nvSpPr>
          <p:spPr>
            <a:xfrm>
              <a:off x="3042419" y="57418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849C79-CF1A-C1C8-99B3-858587181636}"/>
                </a:ext>
              </a:extLst>
            </p:cNvPr>
            <p:cNvSpPr txBox="1"/>
            <p:nvPr/>
          </p:nvSpPr>
          <p:spPr>
            <a:xfrm>
              <a:off x="3615223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1b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3C2409-0195-9652-16CA-36BEC27ADE14}"/>
                </a:ext>
              </a:extLst>
            </p:cNvPr>
            <p:cNvSpPr txBox="1"/>
            <p:nvPr/>
          </p:nvSpPr>
          <p:spPr>
            <a:xfrm>
              <a:off x="4123790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1c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3E8818A-0BD4-A9BC-E4E2-CCF479D0FC46}"/>
              </a:ext>
            </a:extLst>
          </p:cNvPr>
          <p:cNvSpPr txBox="1"/>
          <p:nvPr/>
        </p:nvSpPr>
        <p:spPr>
          <a:xfrm>
            <a:off x="3332961" y="3613928"/>
            <a:ext cx="39807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2</a:t>
            </a:r>
          </a:p>
          <a:p>
            <a:r>
              <a:rPr lang="en-US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5EBB03-222D-5792-6537-26E4DB898CCA}"/>
              </a:ext>
            </a:extLst>
          </p:cNvPr>
          <p:cNvSpPr txBox="1"/>
          <p:nvPr/>
        </p:nvSpPr>
        <p:spPr>
          <a:xfrm>
            <a:off x="307914" y="2632010"/>
            <a:ext cx="1119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0 1 2 3</a:t>
            </a:r>
            <a:r>
              <a:rPr lang="en-US" dirty="0"/>
              <a:t>  4</a:t>
            </a:r>
          </a:p>
        </p:txBody>
      </p: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B2A9715A-98D3-44D3-F445-C5769F6D8B13}"/>
              </a:ext>
            </a:extLst>
          </p:cNvPr>
          <p:cNvCxnSpPr>
            <a:cxnSpLocks/>
          </p:cNvCxnSpPr>
          <p:nvPr/>
        </p:nvCxnSpPr>
        <p:spPr>
          <a:xfrm>
            <a:off x="385143" y="2806536"/>
            <a:ext cx="627228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84C15D61-9B20-B341-EE53-2F024D7FCF9D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1427131" y="2816676"/>
            <a:ext cx="1895221" cy="1830058"/>
          </a:xfrm>
          <a:prstGeom prst="curvedConnector3">
            <a:avLst>
              <a:gd name="adj1" fmla="val 34492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428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64417" y="-2299353"/>
              <a:ext cx="5046276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for (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= 0; </a:t>
              </a:r>
              <a:r>
                <a:rPr lang="en-AU" sz="1600" dirty="0" err="1">
                  <a:solidFill>
                    <a:srgbClr val="BA38EF"/>
                  </a:solidFill>
                </a:rPr>
                <a:t>i</a:t>
              </a:r>
              <a:r>
                <a:rPr lang="en-AU" sz="1600" dirty="0">
                  <a:solidFill>
                    <a:srgbClr val="BA38EF"/>
                  </a:solidFill>
                </a:rPr>
                <a:t> &lt; 11;</a:t>
              </a:r>
              <a:r>
                <a:rPr lang="en-AU" sz="1600" dirty="0">
                  <a:solidFill>
                    <a:srgbClr val="0070C0"/>
                  </a:solidFill>
                </a:rPr>
                <a:t> </a:t>
              </a:r>
              <a:r>
                <a:rPr lang="en-AU" sz="1600" dirty="0" err="1">
                  <a:solidFill>
                    <a:srgbClr val="0070C0"/>
                  </a:solidFill>
                </a:rPr>
                <a:t>i</a:t>
              </a:r>
              <a:r>
                <a:rPr lang="en-AU" sz="1600" dirty="0">
                  <a:solidFill>
                    <a:srgbClr val="0070C0"/>
                  </a:solidFill>
                </a:rPr>
                <a:t>++</a:t>
              </a:r>
              <a:r>
                <a:rPr lang="en-AU" sz="1600" dirty="0"/>
                <a:t>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if 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&gt; 0 &amp;&amp;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% 3 == 0)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  continue;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1c,1b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6813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8, END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977934"/>
            <a:ext cx="407468" cy="2923602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AE2F9FA-437A-A833-AA7B-34F8716C5A8F}"/>
              </a:ext>
            </a:extLst>
          </p:cNvPr>
          <p:cNvSpPr txBox="1"/>
          <p:nvPr/>
        </p:nvSpPr>
        <p:spPr>
          <a:xfrm>
            <a:off x="295207" y="230355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7E063-7914-A74B-39B3-404C1F4F8616}"/>
              </a:ext>
            </a:extLst>
          </p:cNvPr>
          <p:cNvSpPr/>
          <p:nvPr/>
        </p:nvSpPr>
        <p:spPr>
          <a:xfrm>
            <a:off x="313363" y="2667427"/>
            <a:ext cx="1855179" cy="307777"/>
          </a:xfrm>
          <a:custGeom>
            <a:avLst/>
            <a:gdLst>
              <a:gd name="connsiteX0" fmla="*/ 0 w 1855179"/>
              <a:gd name="connsiteY0" fmla="*/ 0 h 307777"/>
              <a:gd name="connsiteX1" fmla="*/ 599841 w 1855179"/>
              <a:gd name="connsiteY1" fmla="*/ 0 h 307777"/>
              <a:gd name="connsiteX2" fmla="*/ 1162579 w 1855179"/>
              <a:gd name="connsiteY2" fmla="*/ 0 h 307777"/>
              <a:gd name="connsiteX3" fmla="*/ 1855179 w 1855179"/>
              <a:gd name="connsiteY3" fmla="*/ 0 h 307777"/>
              <a:gd name="connsiteX4" fmla="*/ 1855179 w 1855179"/>
              <a:gd name="connsiteY4" fmla="*/ 307777 h 307777"/>
              <a:gd name="connsiteX5" fmla="*/ 1273890 w 1855179"/>
              <a:gd name="connsiteY5" fmla="*/ 307777 h 307777"/>
              <a:gd name="connsiteX6" fmla="*/ 618393 w 1855179"/>
              <a:gd name="connsiteY6" fmla="*/ 307777 h 307777"/>
              <a:gd name="connsiteX7" fmla="*/ 0 w 1855179"/>
              <a:gd name="connsiteY7" fmla="*/ 307777 h 307777"/>
              <a:gd name="connsiteX8" fmla="*/ 0 w 1855179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55179" h="307777" extrusionOk="0">
                <a:moveTo>
                  <a:pt x="0" y="0"/>
                </a:moveTo>
                <a:cubicBezTo>
                  <a:pt x="252384" y="-8806"/>
                  <a:pt x="325906" y="10413"/>
                  <a:pt x="599841" y="0"/>
                </a:cubicBezTo>
                <a:cubicBezTo>
                  <a:pt x="873776" y="-10413"/>
                  <a:pt x="1040871" y="1606"/>
                  <a:pt x="1162579" y="0"/>
                </a:cubicBezTo>
                <a:cubicBezTo>
                  <a:pt x="1284287" y="-1606"/>
                  <a:pt x="1709433" y="8371"/>
                  <a:pt x="1855179" y="0"/>
                </a:cubicBezTo>
                <a:cubicBezTo>
                  <a:pt x="1860617" y="133970"/>
                  <a:pt x="1851022" y="197125"/>
                  <a:pt x="1855179" y="307777"/>
                </a:cubicBezTo>
                <a:cubicBezTo>
                  <a:pt x="1668312" y="286382"/>
                  <a:pt x="1455663" y="297559"/>
                  <a:pt x="1273890" y="307777"/>
                </a:cubicBezTo>
                <a:cubicBezTo>
                  <a:pt x="1092117" y="317995"/>
                  <a:pt x="763119" y="318454"/>
                  <a:pt x="618393" y="307777"/>
                </a:cubicBezTo>
                <a:cubicBezTo>
                  <a:pt x="473667" y="297100"/>
                  <a:pt x="134745" y="288953"/>
                  <a:pt x="0" y="307777"/>
                </a:cubicBezTo>
                <a:cubicBezTo>
                  <a:pt x="-6096" y="178844"/>
                  <a:pt x="1978" y="79401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ED454B-CDB8-80F6-31B9-8F994D380C95}"/>
              </a:ext>
            </a:extLst>
          </p:cNvPr>
          <p:cNvSpPr txBox="1"/>
          <p:nvPr/>
        </p:nvSpPr>
        <p:spPr>
          <a:xfrm>
            <a:off x="313363" y="2663408"/>
            <a:ext cx="1946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0 1 2 3 4 5 6 7 8 9 10  </a:t>
            </a:r>
            <a:r>
              <a:rPr lang="en-US" sz="1400" dirty="0"/>
              <a:t>11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B11B07C-AC6C-78BE-A11C-35A43F2E0F8A}"/>
              </a:ext>
            </a:extLst>
          </p:cNvPr>
          <p:cNvGrpSpPr/>
          <p:nvPr/>
        </p:nvGrpSpPr>
        <p:grpSpPr>
          <a:xfrm>
            <a:off x="3075077" y="573184"/>
            <a:ext cx="1552289" cy="370330"/>
            <a:chOff x="3042419" y="573184"/>
            <a:chExt cx="1552289" cy="3703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AB4465-9F45-974F-0D4B-B7FA7B972EDE}"/>
                </a:ext>
              </a:extLst>
            </p:cNvPr>
            <p:cNvSpPr txBox="1"/>
            <p:nvPr/>
          </p:nvSpPr>
          <p:spPr>
            <a:xfrm>
              <a:off x="3042419" y="574182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  <a:ea typeface="Gaegu" pitchFamily="2" charset="0"/>
                </a:rPr>
                <a:t>1a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849C79-CF1A-C1C8-99B3-858587181636}"/>
                </a:ext>
              </a:extLst>
            </p:cNvPr>
            <p:cNvSpPr txBox="1"/>
            <p:nvPr/>
          </p:nvSpPr>
          <p:spPr>
            <a:xfrm>
              <a:off x="3615223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BA38EF"/>
                  </a:solidFill>
                  <a:latin typeface="Gaegu" pitchFamily="2" charset="0"/>
                  <a:ea typeface="Gaegu" pitchFamily="2" charset="0"/>
                </a:rPr>
                <a:t>1b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3C2409-0195-9652-16CA-36BEC27ADE14}"/>
                </a:ext>
              </a:extLst>
            </p:cNvPr>
            <p:cNvSpPr txBox="1"/>
            <p:nvPr/>
          </p:nvSpPr>
          <p:spPr>
            <a:xfrm>
              <a:off x="4123790" y="573184"/>
              <a:ext cx="470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Gaegu" pitchFamily="2" charset="0"/>
                  <a:ea typeface="Gaegu" pitchFamily="2" charset="0"/>
                </a:rPr>
                <a:t>1c</a:t>
              </a:r>
            </a:p>
          </p:txBody>
        </p:sp>
      </p:grpSp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58B6EB72-7548-04B6-2259-BF9DBC2C5DF6}"/>
              </a:ext>
            </a:extLst>
          </p:cNvPr>
          <p:cNvCxnSpPr>
            <a:cxnSpLocks/>
          </p:cNvCxnSpPr>
          <p:nvPr/>
        </p:nvCxnSpPr>
        <p:spPr>
          <a:xfrm>
            <a:off x="385143" y="2806536"/>
            <a:ext cx="1492016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718492C-9D29-D2DF-164B-95CCAE068C0A}"/>
              </a:ext>
            </a:extLst>
          </p:cNvPr>
          <p:cNvSpPr txBox="1"/>
          <p:nvPr/>
        </p:nvSpPr>
        <p:spPr>
          <a:xfrm>
            <a:off x="3332376" y="3610290"/>
            <a:ext cx="39807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5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7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8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10</a:t>
            </a:r>
          </a:p>
        </p:txBody>
      </p: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821103BD-557C-6316-E392-25776D976DA5}"/>
              </a:ext>
            </a:extLst>
          </p:cNvPr>
          <p:cNvCxnSpPr>
            <a:cxnSpLocks/>
            <a:endCxn id="8" idx="3"/>
          </p:cNvCxnSpPr>
          <p:nvPr/>
        </p:nvCxnSpPr>
        <p:spPr>
          <a:xfrm rot="10800000" flipV="1">
            <a:off x="2259652" y="1128897"/>
            <a:ext cx="2055661" cy="1688399"/>
          </a:xfrm>
          <a:prstGeom prst="curvedConnector3">
            <a:avLst>
              <a:gd name="adj1" fmla="val -3155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121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28508</TotalTime>
  <Words>987</Words>
  <Application>Microsoft Macintosh PowerPoint</Application>
  <PresentationFormat>Custom</PresentationFormat>
  <Paragraphs>378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Gaegu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Charlotte Pierce</cp:lastModifiedBy>
  <cp:revision>173</cp:revision>
  <dcterms:created xsi:type="dcterms:W3CDTF">2023-09-06T05:00:29Z</dcterms:created>
  <dcterms:modified xsi:type="dcterms:W3CDTF">2024-02-12T01:40:12Z</dcterms:modified>
  <cp:category/>
</cp:coreProperties>
</file>