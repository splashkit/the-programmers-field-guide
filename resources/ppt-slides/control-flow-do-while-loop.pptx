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87" r:id="rId2"/>
    <p:sldId id="288" r:id="rId3"/>
    <p:sldId id="292" r:id="rId4"/>
    <p:sldId id="293" r:id="rId5"/>
    <p:sldId id="294" r:id="rId6"/>
    <p:sldId id="297" r:id="rId7"/>
    <p:sldId id="296" r:id="rId8"/>
    <p:sldId id="298" r:id="rId9"/>
    <p:sldId id="295" r:id="rId10"/>
  </p:sldIdLst>
  <p:sldSz cx="7559675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500"/>
    <a:srgbClr val="C9003B"/>
    <a:srgbClr val="C37050"/>
    <a:srgbClr val="C1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24"/>
    <p:restoredTop sz="94694"/>
  </p:normalViewPr>
  <p:slideViewPr>
    <p:cSldViewPr snapToGrid="0">
      <p:cViewPr varScale="1">
        <p:scale>
          <a:sx n="153" d="100"/>
          <a:sy n="153" d="100"/>
        </p:scale>
        <p:origin x="17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824885"/>
            <a:ext cx="6425724" cy="1754776"/>
          </a:xfrm>
        </p:spPr>
        <p:txBody>
          <a:bodyPr anchor="b"/>
          <a:lstStyle>
            <a:lvl1pPr algn="ctr"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2647331"/>
            <a:ext cx="5669756" cy="1216909"/>
          </a:xfrm>
        </p:spPr>
        <p:txBody>
          <a:bodyPr/>
          <a:lstStyle>
            <a:lvl1pPr marL="0" indent="0" algn="ctr">
              <a:buNone/>
              <a:defRPr sz="1764"/>
            </a:lvl1pPr>
            <a:lvl2pPr marL="336042" indent="0" algn="ctr">
              <a:buNone/>
              <a:defRPr sz="1470"/>
            </a:lvl2pPr>
            <a:lvl3pPr marL="672084" indent="0" algn="ctr">
              <a:buNone/>
              <a:defRPr sz="1323"/>
            </a:lvl3pPr>
            <a:lvl4pPr marL="1008126" indent="0" algn="ctr">
              <a:buNone/>
              <a:defRPr sz="1176"/>
            </a:lvl4pPr>
            <a:lvl5pPr marL="1344168" indent="0" algn="ctr">
              <a:buNone/>
              <a:defRPr sz="1176"/>
            </a:lvl5pPr>
            <a:lvl6pPr marL="1680210" indent="0" algn="ctr">
              <a:buNone/>
              <a:defRPr sz="1176"/>
            </a:lvl6pPr>
            <a:lvl7pPr marL="2016252" indent="0" algn="ctr">
              <a:buNone/>
              <a:defRPr sz="1176"/>
            </a:lvl7pPr>
            <a:lvl8pPr marL="2352294" indent="0" algn="ctr">
              <a:buNone/>
              <a:defRPr sz="1176"/>
            </a:lvl8pPr>
            <a:lvl9pPr marL="2688336" indent="0" algn="ctr">
              <a:buNone/>
              <a:defRPr sz="117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55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5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1256579"/>
            <a:ext cx="6520220" cy="209663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3373044"/>
            <a:ext cx="6520220" cy="1102568"/>
          </a:xfrm>
        </p:spPr>
        <p:txBody>
          <a:bodyPr/>
          <a:lstStyle>
            <a:lvl1pPr marL="0" indent="0">
              <a:buNone/>
              <a:defRPr sz="1764">
                <a:solidFill>
                  <a:schemeClr val="tx1"/>
                </a:solidFill>
              </a:defRPr>
            </a:lvl1pPr>
            <a:lvl2pPr marL="336042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208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00812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4pPr>
            <a:lvl5pPr marL="1344168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5pPr>
            <a:lvl6pPr marL="1680210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6pPr>
            <a:lvl7pPr marL="2016252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7pPr>
            <a:lvl8pPr marL="235229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8pPr>
            <a:lvl9pPr marL="268833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7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1341750"/>
            <a:ext cx="3212862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1341750"/>
            <a:ext cx="3212862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2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68351"/>
            <a:ext cx="6520220" cy="97422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1235577"/>
            <a:ext cx="319809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1841114"/>
            <a:ext cx="3198096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1235577"/>
            <a:ext cx="3213847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1841114"/>
            <a:ext cx="3213847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1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5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36021"/>
            <a:ext cx="2438192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725713"/>
            <a:ext cx="3827085" cy="3581889"/>
          </a:xfrm>
        </p:spPr>
        <p:txBody>
          <a:bodyPr/>
          <a:lstStyle>
            <a:lvl1pPr>
              <a:defRPr sz="2352"/>
            </a:lvl1pPr>
            <a:lvl2pPr>
              <a:defRPr sz="2058"/>
            </a:lvl2pPr>
            <a:lvl3pPr>
              <a:defRPr sz="1764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512094"/>
            <a:ext cx="2438192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93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36021"/>
            <a:ext cx="2438192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725713"/>
            <a:ext cx="3827085" cy="3581889"/>
          </a:xfrm>
        </p:spPr>
        <p:txBody>
          <a:bodyPr anchor="t"/>
          <a:lstStyle>
            <a:lvl1pPr marL="0" indent="0">
              <a:buNone/>
              <a:defRPr sz="2352"/>
            </a:lvl1pPr>
            <a:lvl2pPr marL="336042" indent="0">
              <a:buNone/>
              <a:defRPr sz="2058"/>
            </a:lvl2pPr>
            <a:lvl3pPr marL="672084" indent="0">
              <a:buNone/>
              <a:defRPr sz="1764"/>
            </a:lvl3pPr>
            <a:lvl4pPr marL="1008126" indent="0">
              <a:buNone/>
              <a:defRPr sz="1470"/>
            </a:lvl4pPr>
            <a:lvl5pPr marL="1344168" indent="0">
              <a:buNone/>
              <a:defRPr sz="1470"/>
            </a:lvl5pPr>
            <a:lvl6pPr marL="1680210" indent="0">
              <a:buNone/>
              <a:defRPr sz="1470"/>
            </a:lvl6pPr>
            <a:lvl7pPr marL="2016252" indent="0">
              <a:buNone/>
              <a:defRPr sz="1470"/>
            </a:lvl7pPr>
            <a:lvl8pPr marL="2352294" indent="0">
              <a:buNone/>
              <a:defRPr sz="1470"/>
            </a:lvl8pPr>
            <a:lvl9pPr marL="2688336" indent="0">
              <a:buNone/>
              <a:defRPr sz="147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512094"/>
            <a:ext cx="2438192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0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30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268350"/>
            <a:ext cx="1630055" cy="42714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268350"/>
            <a:ext cx="4795669" cy="42714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97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268351"/>
            <a:ext cx="6520220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1341750"/>
            <a:ext cx="6520220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4671625"/>
            <a:ext cx="170092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4671625"/>
            <a:ext cx="255139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4671625"/>
            <a:ext cx="170092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72084" rtl="0" eaLnBrk="1" latinLnBrk="0" hangingPunct="1">
        <a:lnSpc>
          <a:spcPct val="90000"/>
        </a:lnSpc>
        <a:spcBef>
          <a:spcPct val="0"/>
        </a:spcBef>
        <a:buNone/>
        <a:defRPr sz="32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021" indent="-168021" algn="l" defTabSz="672084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8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14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512189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848231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18427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85635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04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12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168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25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29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833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string again;</a:t>
              </a:r>
              <a:br>
                <a:rPr lang="en-AU" sz="1600" dirty="0"/>
              </a:br>
              <a:endParaRPr lang="en-AU" sz="1600" dirty="0"/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do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write_line("Hello");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write("Again: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again =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 while (again == "y" || again == "Y");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write_line("Bye…");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292" y="4911143"/>
                <a:ext cx="0" cy="190856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797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again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298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47652" y="818606"/>
            <a:ext cx="407468" cy="3087760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A905F237-1F5D-F785-6C66-0D5E4FA074D2}"/>
              </a:ext>
            </a:extLst>
          </p:cNvPr>
          <p:cNvCxnSpPr>
            <a:cxnSpLocks/>
            <a:endCxn id="7" idx="0"/>
          </p:cNvCxnSpPr>
          <p:nvPr/>
        </p:nvCxnSpPr>
        <p:spPr>
          <a:xfrm rot="10800000" flipV="1">
            <a:off x="637866" y="818603"/>
            <a:ext cx="1568329" cy="1489779"/>
          </a:xfrm>
          <a:prstGeom prst="curvedConnector2">
            <a:avLst/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59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string again;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do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write_line("Hello");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write("Again: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again =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 while (again == "y" || again == "Y");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write_line("Bye…");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292" y="4911143"/>
                <a:ext cx="0" cy="190856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797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again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5082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3,4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1306286"/>
            <a:ext cx="407468" cy="2600080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61925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Hello</a:t>
            </a:r>
          </a:p>
          <a:p>
            <a:r>
              <a:rPr lang="en-US" dirty="0"/>
              <a:t>Again: y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string again;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do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  write_line("Hello");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  write("Again: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  again = </a:t>
              </a:r>
              <a:r>
                <a:rPr lang="en-AU" sz="1600" dirty="0" err="1"/>
                <a:t>read_line</a:t>
              </a:r>
              <a:r>
                <a:rPr lang="en-AU" sz="1600" dirty="0"/>
                <a:t>();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 while (again == "y" || again == "Y");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write_line("Bye…");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301" y="5625761"/>
                <a:ext cx="0" cy="19085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3,4,5,6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797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again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298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2277692"/>
            <a:ext cx="407468" cy="1388261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8C42C7-D21A-46F2-2980-B848E4C97B8A}"/>
              </a:ext>
            </a:extLst>
          </p:cNvPr>
          <p:cNvSpPr txBox="1"/>
          <p:nvPr/>
        </p:nvSpPr>
        <p:spPr>
          <a:xfrm>
            <a:off x="961372" y="26083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F5A2E5BD-8837-BD87-4508-236E4977ABE3}"/>
              </a:ext>
            </a:extLst>
          </p:cNvPr>
          <p:cNvCxnSpPr>
            <a:cxnSpLocks/>
            <a:endCxn id="9" idx="0"/>
          </p:cNvCxnSpPr>
          <p:nvPr/>
        </p:nvCxnSpPr>
        <p:spPr>
          <a:xfrm rot="10800000">
            <a:off x="1317507" y="2608372"/>
            <a:ext cx="2930562" cy="1511538"/>
          </a:xfrm>
          <a:prstGeom prst="curvedConnector4">
            <a:avLst>
              <a:gd name="adj1" fmla="val -32275"/>
              <a:gd name="adj2" fmla="val 14951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627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Hello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Again: y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string again;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do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write_line("Hello");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write("Again: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again =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} while (again == "y" || again == "Y");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write_line("Bye…");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301" y="5625761"/>
                <a:ext cx="0" cy="190856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797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again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6813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3,4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6098" y="2508732"/>
            <a:ext cx="407468" cy="929739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1D2F283-3E5B-6454-4870-33BC2E31B0A0}"/>
              </a:ext>
            </a:extLst>
          </p:cNvPr>
          <p:cNvSpPr txBox="1"/>
          <p:nvPr/>
        </p:nvSpPr>
        <p:spPr>
          <a:xfrm>
            <a:off x="961372" y="26083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7F5C1714-D88C-1076-51D8-2A35D224E01D}"/>
              </a:ext>
            </a:extLst>
          </p:cNvPr>
          <p:cNvCxnSpPr>
            <a:cxnSpLocks/>
          </p:cNvCxnSpPr>
          <p:nvPr/>
        </p:nvCxnSpPr>
        <p:spPr>
          <a:xfrm flipV="1">
            <a:off x="1347531" y="2566368"/>
            <a:ext cx="1357167" cy="27271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080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Hello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Again: y</a:t>
            </a:r>
          </a:p>
          <a:p>
            <a:r>
              <a:rPr lang="en-US" dirty="0"/>
              <a:t>Hello</a:t>
            </a:r>
          </a:p>
          <a:p>
            <a:r>
              <a:rPr lang="en-US" dirty="0"/>
              <a:t>Again: y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string again;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do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  write_line("Hello");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  write("Again: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  again = </a:t>
              </a:r>
              <a:r>
                <a:rPr lang="en-AU" sz="1600" dirty="0" err="1"/>
                <a:t>read_line</a:t>
              </a:r>
              <a:r>
                <a:rPr lang="en-AU" sz="1600" dirty="0"/>
                <a:t>();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 while (again == "y" || again == "Y");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write_line("Bye…");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3,4,5,6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797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again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298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2287706"/>
            <a:ext cx="407468" cy="1378247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2930397-1458-C438-CDBB-90F175F7A4C6}"/>
              </a:ext>
            </a:extLst>
          </p:cNvPr>
          <p:cNvSpPr txBox="1"/>
          <p:nvPr/>
        </p:nvSpPr>
        <p:spPr>
          <a:xfrm>
            <a:off x="961372" y="26083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6A507DAF-132E-081D-DEEB-114CE3993774}"/>
              </a:ext>
            </a:extLst>
          </p:cNvPr>
          <p:cNvCxnSpPr>
            <a:cxnSpLocks/>
            <a:endCxn id="9" idx="0"/>
          </p:cNvCxnSpPr>
          <p:nvPr/>
        </p:nvCxnSpPr>
        <p:spPr>
          <a:xfrm rot="10800000">
            <a:off x="1317507" y="2608372"/>
            <a:ext cx="2944082" cy="2043192"/>
          </a:xfrm>
          <a:prstGeom prst="curvedConnector4">
            <a:avLst>
              <a:gd name="adj1" fmla="val -45955"/>
              <a:gd name="adj2" fmla="val 132387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105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string again;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do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write_line("Hello");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write("Again: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again =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} while (again == "y" || again == "Y");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write_line("Bye…");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797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again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6813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3,4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6098" y="2508732"/>
            <a:ext cx="407468" cy="929739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1D2F283-3E5B-6454-4870-33BC2E31B0A0}"/>
              </a:ext>
            </a:extLst>
          </p:cNvPr>
          <p:cNvSpPr txBox="1"/>
          <p:nvPr/>
        </p:nvSpPr>
        <p:spPr>
          <a:xfrm>
            <a:off x="961372" y="26083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7F5C1714-D88C-1076-51D8-2A35D224E01D}"/>
              </a:ext>
            </a:extLst>
          </p:cNvPr>
          <p:cNvCxnSpPr>
            <a:cxnSpLocks/>
          </p:cNvCxnSpPr>
          <p:nvPr/>
        </p:nvCxnSpPr>
        <p:spPr>
          <a:xfrm flipV="1">
            <a:off x="1347531" y="2566368"/>
            <a:ext cx="1357167" cy="27271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50059B3-1FA5-CA02-CAC0-70733E5EDE2E}"/>
              </a:ext>
            </a:extLst>
          </p:cNvPr>
          <p:cNvSpPr txBox="1"/>
          <p:nvPr/>
        </p:nvSpPr>
        <p:spPr>
          <a:xfrm>
            <a:off x="3343353" y="3614412"/>
            <a:ext cx="3678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Hello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Again: y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Hello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Again: y </a:t>
            </a:r>
          </a:p>
        </p:txBody>
      </p:sp>
    </p:spTree>
    <p:extLst>
      <p:ext uri="{BB962C8B-B14F-4D97-AF65-F5344CB8AC3E}">
        <p14:creationId xmlns:p14="http://schemas.microsoft.com/office/powerpoint/2010/main" val="832469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string again;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do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  write_line("Hello");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  write("Again: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  again = </a:t>
              </a:r>
              <a:r>
                <a:rPr lang="en-AU" sz="1600" dirty="0" err="1"/>
                <a:t>read_line</a:t>
              </a:r>
              <a:r>
                <a:rPr lang="en-AU" sz="1600" dirty="0"/>
                <a:t>();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 while (again == "y" || again == "Y");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write_line("Bye…");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3,4,5,6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797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again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298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2287706"/>
            <a:ext cx="407468" cy="1378247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2930397-1458-C438-CDBB-90F175F7A4C6}"/>
              </a:ext>
            </a:extLst>
          </p:cNvPr>
          <p:cNvSpPr txBox="1"/>
          <p:nvPr/>
        </p:nvSpPr>
        <p:spPr>
          <a:xfrm>
            <a:off x="961372" y="26083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6A507DAF-132E-081D-DEEB-114CE3993774}"/>
              </a:ext>
            </a:extLst>
          </p:cNvPr>
          <p:cNvCxnSpPr>
            <a:cxnSpLocks/>
            <a:endCxn id="9" idx="0"/>
          </p:cNvCxnSpPr>
          <p:nvPr/>
        </p:nvCxnSpPr>
        <p:spPr>
          <a:xfrm rot="10800000">
            <a:off x="1317507" y="2608372"/>
            <a:ext cx="2944082" cy="2043192"/>
          </a:xfrm>
          <a:prstGeom prst="curvedConnector4">
            <a:avLst>
              <a:gd name="adj1" fmla="val -45955"/>
              <a:gd name="adj2" fmla="val 132387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2AB891E-7AB8-E436-48D2-9A0BF22F1A3D}"/>
              </a:ext>
            </a:extLst>
          </p:cNvPr>
          <p:cNvSpPr txBox="1"/>
          <p:nvPr/>
        </p:nvSpPr>
        <p:spPr>
          <a:xfrm>
            <a:off x="3343353" y="3614412"/>
            <a:ext cx="3678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Hello</a:t>
            </a:r>
          </a:p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Again: y</a:t>
            </a:r>
          </a:p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Hello</a:t>
            </a:r>
          </a:p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Again: y</a:t>
            </a:r>
          </a:p>
          <a:p>
            <a:r>
              <a:rPr lang="en-US" sz="1200" dirty="0"/>
              <a:t>Hello</a:t>
            </a:r>
          </a:p>
          <a:p>
            <a:r>
              <a:rPr lang="en-US" sz="1200" dirty="0"/>
              <a:t>Again: n </a:t>
            </a:r>
          </a:p>
        </p:txBody>
      </p:sp>
    </p:spTree>
    <p:extLst>
      <p:ext uri="{BB962C8B-B14F-4D97-AF65-F5344CB8AC3E}">
        <p14:creationId xmlns:p14="http://schemas.microsoft.com/office/powerpoint/2010/main" val="1259645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string again;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do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write_line("Hello");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write("Again: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again =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} while (again == "y" || again == "Y");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write_line("Bye…");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797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again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6813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6098" y="2508732"/>
            <a:ext cx="407468" cy="929739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1D2F283-3E5B-6454-4870-33BC2E31B0A0}"/>
              </a:ext>
            </a:extLst>
          </p:cNvPr>
          <p:cNvSpPr txBox="1"/>
          <p:nvPr/>
        </p:nvSpPr>
        <p:spPr>
          <a:xfrm>
            <a:off x="961372" y="26083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7F5C1714-D88C-1076-51D8-2A35D224E01D}"/>
              </a:ext>
            </a:extLst>
          </p:cNvPr>
          <p:cNvCxnSpPr>
            <a:cxnSpLocks/>
          </p:cNvCxnSpPr>
          <p:nvPr/>
        </p:nvCxnSpPr>
        <p:spPr>
          <a:xfrm flipV="1">
            <a:off x="1347531" y="2566368"/>
            <a:ext cx="1357167" cy="27271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50059B3-1FA5-CA02-CAC0-70733E5EDE2E}"/>
              </a:ext>
            </a:extLst>
          </p:cNvPr>
          <p:cNvSpPr txBox="1"/>
          <p:nvPr/>
        </p:nvSpPr>
        <p:spPr>
          <a:xfrm>
            <a:off x="3343353" y="3614412"/>
            <a:ext cx="3678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Hello</a:t>
            </a:r>
          </a:p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Again: y</a:t>
            </a:r>
          </a:p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Hello</a:t>
            </a:r>
          </a:p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Again: y</a:t>
            </a:r>
          </a:p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Hello</a:t>
            </a:r>
          </a:p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Again: n </a:t>
            </a:r>
          </a:p>
        </p:txBody>
      </p:sp>
    </p:spTree>
    <p:extLst>
      <p:ext uri="{BB962C8B-B14F-4D97-AF65-F5344CB8AC3E}">
        <p14:creationId xmlns:p14="http://schemas.microsoft.com/office/powerpoint/2010/main" val="3273301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string again;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do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write_line("Hello");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write("Again: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   again =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 while (again == "y" || again == "Y");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write_line("Bye…");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797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again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6813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END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3003921"/>
            <a:ext cx="407468" cy="601808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416F6E6-ECA9-4D91-33D7-EDA5400B7C70}"/>
              </a:ext>
            </a:extLst>
          </p:cNvPr>
          <p:cNvSpPr txBox="1"/>
          <p:nvPr/>
        </p:nvSpPr>
        <p:spPr>
          <a:xfrm>
            <a:off x="961372" y="26083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C535E0-F805-C0EA-B4AF-4B9C56471C95}"/>
              </a:ext>
            </a:extLst>
          </p:cNvPr>
          <p:cNvSpPr txBox="1"/>
          <p:nvPr/>
        </p:nvSpPr>
        <p:spPr>
          <a:xfrm>
            <a:off x="3343353" y="3614412"/>
            <a:ext cx="3678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Hello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Again: n</a:t>
            </a:r>
          </a:p>
          <a:p>
            <a:r>
              <a:rPr lang="en-US" dirty="0"/>
              <a:t>Bye…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9042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25353</TotalTime>
  <Words>521</Words>
  <Application>Microsoft Macintosh PowerPoint</Application>
  <PresentationFormat>Custom</PresentationFormat>
  <Paragraphs>188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Gaegu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Charlotte Pierce</cp:lastModifiedBy>
  <cp:revision>124</cp:revision>
  <dcterms:created xsi:type="dcterms:W3CDTF">2023-09-06T05:00:29Z</dcterms:created>
  <dcterms:modified xsi:type="dcterms:W3CDTF">2024-02-09T08:46:47Z</dcterms:modified>
  <cp:category/>
</cp:coreProperties>
</file>