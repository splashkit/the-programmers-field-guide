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87" r:id="rId2"/>
    <p:sldId id="310" r:id="rId3"/>
    <p:sldId id="311" r:id="rId4"/>
    <p:sldId id="312" r:id="rId5"/>
    <p:sldId id="313" r:id="rId6"/>
    <p:sldId id="314" r:id="rId7"/>
    <p:sldId id="316" r:id="rId8"/>
    <p:sldId id="315" r:id="rId9"/>
    <p:sldId id="317" r:id="rId10"/>
    <p:sldId id="319" r:id="rId11"/>
    <p:sldId id="318" r:id="rId12"/>
  </p:sldIdLst>
  <p:sldSz cx="7559675" cy="5040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500"/>
    <a:srgbClr val="C9003B"/>
    <a:srgbClr val="C37050"/>
    <a:srgbClr val="C1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11"/>
    <p:restoredTop sz="94694"/>
  </p:normalViewPr>
  <p:slideViewPr>
    <p:cSldViewPr snapToGrid="0">
      <p:cViewPr varScale="1">
        <p:scale>
          <a:sx n="165" d="100"/>
          <a:sy n="165" d="100"/>
        </p:scale>
        <p:origin x="11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824885"/>
            <a:ext cx="6425724" cy="1754776"/>
          </a:xfrm>
        </p:spPr>
        <p:txBody>
          <a:bodyPr anchor="b"/>
          <a:lstStyle>
            <a:lvl1pPr algn="ctr">
              <a:defRPr sz="441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2647331"/>
            <a:ext cx="5669756" cy="1216909"/>
          </a:xfrm>
        </p:spPr>
        <p:txBody>
          <a:bodyPr/>
          <a:lstStyle>
            <a:lvl1pPr marL="0" indent="0" algn="ctr">
              <a:buNone/>
              <a:defRPr sz="1764"/>
            </a:lvl1pPr>
            <a:lvl2pPr marL="336042" indent="0" algn="ctr">
              <a:buNone/>
              <a:defRPr sz="1470"/>
            </a:lvl2pPr>
            <a:lvl3pPr marL="672084" indent="0" algn="ctr">
              <a:buNone/>
              <a:defRPr sz="1323"/>
            </a:lvl3pPr>
            <a:lvl4pPr marL="1008126" indent="0" algn="ctr">
              <a:buNone/>
              <a:defRPr sz="1176"/>
            </a:lvl4pPr>
            <a:lvl5pPr marL="1344168" indent="0" algn="ctr">
              <a:buNone/>
              <a:defRPr sz="1176"/>
            </a:lvl5pPr>
            <a:lvl6pPr marL="1680210" indent="0" algn="ctr">
              <a:buNone/>
              <a:defRPr sz="1176"/>
            </a:lvl6pPr>
            <a:lvl7pPr marL="2016252" indent="0" algn="ctr">
              <a:buNone/>
              <a:defRPr sz="1176"/>
            </a:lvl7pPr>
            <a:lvl8pPr marL="2352294" indent="0" algn="ctr">
              <a:buNone/>
              <a:defRPr sz="1176"/>
            </a:lvl8pPr>
            <a:lvl9pPr marL="2688336" indent="0" algn="ctr">
              <a:buNone/>
              <a:defRPr sz="1176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355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358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1256579"/>
            <a:ext cx="6520220" cy="2096630"/>
          </a:xfrm>
        </p:spPr>
        <p:txBody>
          <a:bodyPr anchor="b"/>
          <a:lstStyle>
            <a:lvl1pPr>
              <a:defRPr sz="441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3373044"/>
            <a:ext cx="6520220" cy="1102568"/>
          </a:xfrm>
        </p:spPr>
        <p:txBody>
          <a:bodyPr/>
          <a:lstStyle>
            <a:lvl1pPr marL="0" indent="0">
              <a:buNone/>
              <a:defRPr sz="1764">
                <a:solidFill>
                  <a:schemeClr val="tx1"/>
                </a:solidFill>
              </a:defRPr>
            </a:lvl1pPr>
            <a:lvl2pPr marL="336042" indent="0">
              <a:buNone/>
              <a:defRPr sz="1470">
                <a:solidFill>
                  <a:schemeClr val="tx1">
                    <a:tint val="75000"/>
                  </a:schemeClr>
                </a:solidFill>
              </a:defRPr>
            </a:lvl2pPr>
            <a:lvl3pPr marL="672084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3pPr>
            <a:lvl4pPr marL="1008126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4pPr>
            <a:lvl5pPr marL="1344168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5pPr>
            <a:lvl6pPr marL="1680210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6pPr>
            <a:lvl7pPr marL="2016252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7pPr>
            <a:lvl8pPr marL="2352294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8pPr>
            <a:lvl9pPr marL="2688336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07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1341750"/>
            <a:ext cx="3212862" cy="319803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1341750"/>
            <a:ext cx="3212862" cy="319803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726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268351"/>
            <a:ext cx="6520220" cy="97422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1235577"/>
            <a:ext cx="3198096" cy="605537"/>
          </a:xfrm>
        </p:spPr>
        <p:txBody>
          <a:bodyPr anchor="b"/>
          <a:lstStyle>
            <a:lvl1pPr marL="0" indent="0">
              <a:buNone/>
              <a:defRPr sz="1764" b="1"/>
            </a:lvl1pPr>
            <a:lvl2pPr marL="336042" indent="0">
              <a:buNone/>
              <a:defRPr sz="1470" b="1"/>
            </a:lvl2pPr>
            <a:lvl3pPr marL="672084" indent="0">
              <a:buNone/>
              <a:defRPr sz="1323" b="1"/>
            </a:lvl3pPr>
            <a:lvl4pPr marL="1008126" indent="0">
              <a:buNone/>
              <a:defRPr sz="1176" b="1"/>
            </a:lvl4pPr>
            <a:lvl5pPr marL="1344168" indent="0">
              <a:buNone/>
              <a:defRPr sz="1176" b="1"/>
            </a:lvl5pPr>
            <a:lvl6pPr marL="1680210" indent="0">
              <a:buNone/>
              <a:defRPr sz="1176" b="1"/>
            </a:lvl6pPr>
            <a:lvl7pPr marL="2016252" indent="0">
              <a:buNone/>
              <a:defRPr sz="1176" b="1"/>
            </a:lvl7pPr>
            <a:lvl8pPr marL="2352294" indent="0">
              <a:buNone/>
              <a:defRPr sz="1176" b="1"/>
            </a:lvl8pPr>
            <a:lvl9pPr marL="2688336" indent="0">
              <a:buNone/>
              <a:defRPr sz="1176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1841114"/>
            <a:ext cx="3198096" cy="270800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1235577"/>
            <a:ext cx="3213847" cy="605537"/>
          </a:xfrm>
        </p:spPr>
        <p:txBody>
          <a:bodyPr anchor="b"/>
          <a:lstStyle>
            <a:lvl1pPr marL="0" indent="0">
              <a:buNone/>
              <a:defRPr sz="1764" b="1"/>
            </a:lvl1pPr>
            <a:lvl2pPr marL="336042" indent="0">
              <a:buNone/>
              <a:defRPr sz="1470" b="1"/>
            </a:lvl2pPr>
            <a:lvl3pPr marL="672084" indent="0">
              <a:buNone/>
              <a:defRPr sz="1323" b="1"/>
            </a:lvl3pPr>
            <a:lvl4pPr marL="1008126" indent="0">
              <a:buNone/>
              <a:defRPr sz="1176" b="1"/>
            </a:lvl4pPr>
            <a:lvl5pPr marL="1344168" indent="0">
              <a:buNone/>
              <a:defRPr sz="1176" b="1"/>
            </a:lvl5pPr>
            <a:lvl6pPr marL="1680210" indent="0">
              <a:buNone/>
              <a:defRPr sz="1176" b="1"/>
            </a:lvl6pPr>
            <a:lvl7pPr marL="2016252" indent="0">
              <a:buNone/>
              <a:defRPr sz="1176" b="1"/>
            </a:lvl7pPr>
            <a:lvl8pPr marL="2352294" indent="0">
              <a:buNone/>
              <a:defRPr sz="1176" b="1"/>
            </a:lvl8pPr>
            <a:lvl9pPr marL="2688336" indent="0">
              <a:buNone/>
              <a:defRPr sz="1176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1841114"/>
            <a:ext cx="3213847" cy="270800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710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4619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52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336021"/>
            <a:ext cx="2438192" cy="1176073"/>
          </a:xfrm>
        </p:spPr>
        <p:txBody>
          <a:bodyPr anchor="b"/>
          <a:lstStyle>
            <a:lvl1pPr>
              <a:defRPr sz="235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725713"/>
            <a:ext cx="3827085" cy="3581889"/>
          </a:xfrm>
        </p:spPr>
        <p:txBody>
          <a:bodyPr/>
          <a:lstStyle>
            <a:lvl1pPr>
              <a:defRPr sz="2352"/>
            </a:lvl1pPr>
            <a:lvl2pPr>
              <a:defRPr sz="2058"/>
            </a:lvl2pPr>
            <a:lvl3pPr>
              <a:defRPr sz="1764"/>
            </a:lvl3pPr>
            <a:lvl4pPr>
              <a:defRPr sz="1470"/>
            </a:lvl4pPr>
            <a:lvl5pPr>
              <a:defRPr sz="1470"/>
            </a:lvl5pPr>
            <a:lvl6pPr>
              <a:defRPr sz="1470"/>
            </a:lvl6pPr>
            <a:lvl7pPr>
              <a:defRPr sz="1470"/>
            </a:lvl7pPr>
            <a:lvl8pPr>
              <a:defRPr sz="1470"/>
            </a:lvl8pPr>
            <a:lvl9pPr>
              <a:defRPr sz="147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1512094"/>
            <a:ext cx="2438192" cy="2801341"/>
          </a:xfrm>
        </p:spPr>
        <p:txBody>
          <a:bodyPr/>
          <a:lstStyle>
            <a:lvl1pPr marL="0" indent="0">
              <a:buNone/>
              <a:defRPr sz="1176"/>
            </a:lvl1pPr>
            <a:lvl2pPr marL="336042" indent="0">
              <a:buNone/>
              <a:defRPr sz="1029"/>
            </a:lvl2pPr>
            <a:lvl3pPr marL="672084" indent="0">
              <a:buNone/>
              <a:defRPr sz="882"/>
            </a:lvl3pPr>
            <a:lvl4pPr marL="1008126" indent="0">
              <a:buNone/>
              <a:defRPr sz="735"/>
            </a:lvl4pPr>
            <a:lvl5pPr marL="1344168" indent="0">
              <a:buNone/>
              <a:defRPr sz="735"/>
            </a:lvl5pPr>
            <a:lvl6pPr marL="1680210" indent="0">
              <a:buNone/>
              <a:defRPr sz="735"/>
            </a:lvl6pPr>
            <a:lvl7pPr marL="2016252" indent="0">
              <a:buNone/>
              <a:defRPr sz="735"/>
            </a:lvl7pPr>
            <a:lvl8pPr marL="2352294" indent="0">
              <a:buNone/>
              <a:defRPr sz="735"/>
            </a:lvl8pPr>
            <a:lvl9pPr marL="2688336" indent="0">
              <a:buNone/>
              <a:defRPr sz="73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1930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336021"/>
            <a:ext cx="2438192" cy="1176073"/>
          </a:xfrm>
        </p:spPr>
        <p:txBody>
          <a:bodyPr anchor="b"/>
          <a:lstStyle>
            <a:lvl1pPr>
              <a:defRPr sz="235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725713"/>
            <a:ext cx="3827085" cy="3581889"/>
          </a:xfrm>
        </p:spPr>
        <p:txBody>
          <a:bodyPr anchor="t"/>
          <a:lstStyle>
            <a:lvl1pPr marL="0" indent="0">
              <a:buNone/>
              <a:defRPr sz="2352"/>
            </a:lvl1pPr>
            <a:lvl2pPr marL="336042" indent="0">
              <a:buNone/>
              <a:defRPr sz="2058"/>
            </a:lvl2pPr>
            <a:lvl3pPr marL="672084" indent="0">
              <a:buNone/>
              <a:defRPr sz="1764"/>
            </a:lvl3pPr>
            <a:lvl4pPr marL="1008126" indent="0">
              <a:buNone/>
              <a:defRPr sz="1470"/>
            </a:lvl4pPr>
            <a:lvl5pPr marL="1344168" indent="0">
              <a:buNone/>
              <a:defRPr sz="1470"/>
            </a:lvl5pPr>
            <a:lvl6pPr marL="1680210" indent="0">
              <a:buNone/>
              <a:defRPr sz="1470"/>
            </a:lvl6pPr>
            <a:lvl7pPr marL="2016252" indent="0">
              <a:buNone/>
              <a:defRPr sz="1470"/>
            </a:lvl7pPr>
            <a:lvl8pPr marL="2352294" indent="0">
              <a:buNone/>
              <a:defRPr sz="1470"/>
            </a:lvl8pPr>
            <a:lvl9pPr marL="2688336" indent="0">
              <a:buNone/>
              <a:defRPr sz="147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1512094"/>
            <a:ext cx="2438192" cy="2801341"/>
          </a:xfrm>
        </p:spPr>
        <p:txBody>
          <a:bodyPr/>
          <a:lstStyle>
            <a:lvl1pPr marL="0" indent="0">
              <a:buNone/>
              <a:defRPr sz="1176"/>
            </a:lvl1pPr>
            <a:lvl2pPr marL="336042" indent="0">
              <a:buNone/>
              <a:defRPr sz="1029"/>
            </a:lvl2pPr>
            <a:lvl3pPr marL="672084" indent="0">
              <a:buNone/>
              <a:defRPr sz="882"/>
            </a:lvl3pPr>
            <a:lvl4pPr marL="1008126" indent="0">
              <a:buNone/>
              <a:defRPr sz="735"/>
            </a:lvl4pPr>
            <a:lvl5pPr marL="1344168" indent="0">
              <a:buNone/>
              <a:defRPr sz="735"/>
            </a:lvl5pPr>
            <a:lvl6pPr marL="1680210" indent="0">
              <a:buNone/>
              <a:defRPr sz="735"/>
            </a:lvl6pPr>
            <a:lvl7pPr marL="2016252" indent="0">
              <a:buNone/>
              <a:defRPr sz="735"/>
            </a:lvl7pPr>
            <a:lvl8pPr marL="2352294" indent="0">
              <a:buNone/>
              <a:defRPr sz="735"/>
            </a:lvl8pPr>
            <a:lvl9pPr marL="2688336" indent="0">
              <a:buNone/>
              <a:defRPr sz="73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800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830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268350"/>
            <a:ext cx="1630055" cy="4271432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268350"/>
            <a:ext cx="4795669" cy="4271432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26976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268351"/>
            <a:ext cx="6520220" cy="9742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1341750"/>
            <a:ext cx="6520220" cy="31980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4671625"/>
            <a:ext cx="1700927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8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4302DC-9F53-934F-AE4D-0F1F197008C1}" type="datetimeFigureOut">
              <a:rPr lang="en-US" smtClean="0"/>
              <a:t>2/9/24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4671625"/>
            <a:ext cx="2551390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8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4671625"/>
            <a:ext cx="1700927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8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3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72084" rtl="0" eaLnBrk="1" latinLnBrk="0" hangingPunct="1">
        <a:lnSpc>
          <a:spcPct val="90000"/>
        </a:lnSpc>
        <a:spcBef>
          <a:spcPct val="0"/>
        </a:spcBef>
        <a:buNone/>
        <a:defRPr sz="323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8021" indent="-168021" algn="l" defTabSz="672084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058" kern="1200">
          <a:solidFill>
            <a:schemeClr val="tx1"/>
          </a:solidFill>
          <a:latin typeface="+mn-lt"/>
          <a:ea typeface="+mn-ea"/>
          <a:cs typeface="+mn-cs"/>
        </a:defRPr>
      </a:lvl1pPr>
      <a:lvl2pPr marL="504063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2pPr>
      <a:lvl3pPr marL="840105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470" kern="1200">
          <a:solidFill>
            <a:schemeClr val="tx1"/>
          </a:solidFill>
          <a:latin typeface="+mn-lt"/>
          <a:ea typeface="+mn-ea"/>
          <a:cs typeface="+mn-cs"/>
        </a:defRPr>
      </a:lvl3pPr>
      <a:lvl4pPr marL="1176147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4pPr>
      <a:lvl5pPr marL="1512189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5pPr>
      <a:lvl6pPr marL="1848231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6pPr>
      <a:lvl7pPr marL="2184273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8pPr>
      <a:lvl9pPr marL="2856357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1pPr>
      <a:lvl2pPr marL="336042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2pPr>
      <a:lvl3pPr marL="672084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3pPr>
      <a:lvl4pPr marL="1008126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4pPr>
      <a:lvl5pPr marL="1344168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5pPr>
      <a:lvl6pPr marL="1680210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6pPr>
      <a:lvl7pPr marL="2016252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7pPr>
      <a:lvl8pPr marL="2352294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8pPr>
      <a:lvl9pPr marL="2688336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9D1400-153A-0626-FCB1-82473C4A95BC}"/>
              </a:ext>
            </a:extLst>
          </p:cNvPr>
          <p:cNvGrpSpPr/>
          <p:nvPr/>
        </p:nvGrpSpPr>
        <p:grpSpPr>
          <a:xfrm>
            <a:off x="229043" y="21831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75695" y="-2481252"/>
              <a:ext cx="5046276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rtl="0">
                <a:buFont typeface="+mj-lt"/>
                <a:buAutoNum type="arabicPeriod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/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System.Console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;</a:t>
              </a:r>
            </a:p>
            <a:p>
              <a:pPr marL="342900" indent="-342900" rtl="0">
                <a:buFont typeface="+mj-lt"/>
                <a:buAutoNum type="arabicPeriod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/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System.Convert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;</a:t>
              </a:r>
            </a:p>
            <a:p>
              <a:pPr marL="342900" indent="-342900" rtl="0">
                <a:buFont typeface="+mj-lt"/>
                <a:buAutoNum type="arabicPeriod"/>
              </a:pPr>
              <a:endParaRPr lang="en-AU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int target;</a:t>
              </a:r>
            </a:p>
            <a:p>
              <a:pPr marL="342900" indent="-342900" rtl="0">
                <a:buFont typeface="+mj-lt"/>
                <a:buAutoNum type="arabicPeriod"/>
              </a:pPr>
              <a:endParaRPr lang="en-AU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write("Count to: ");</a:t>
              </a:r>
            </a:p>
            <a:p>
              <a:pPr marL="342900" indent="-342900" rtl="0">
                <a:buFont typeface="+mj-lt"/>
                <a:buAutoNum type="arabicPeriod"/>
              </a:pPr>
              <a:r>
                <a:rPr lang="en-AU" sz="1600" dirty="0"/>
                <a:t>target = to_integer(</a:t>
              </a:r>
              <a:r>
                <a:rPr lang="en-AU" sz="1600" dirty="0" err="1"/>
                <a:t>read_line</a:t>
              </a:r>
              <a:r>
                <a:rPr lang="en-AU" sz="1600" dirty="0"/>
                <a:t>());</a:t>
              </a:r>
            </a:p>
            <a:p>
              <a:pPr marL="342900" indent="-342900" rtl="0">
                <a:buFont typeface="+mj-lt"/>
                <a:buAutoNum type="arabicPeriod"/>
              </a:pPr>
              <a:endParaRPr lang="en-AU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int 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=  0;</a:t>
              </a:r>
            </a:p>
            <a:p>
              <a:pPr rtl="0"/>
              <a:endParaRPr lang="en-AU" sz="1600" dirty="0"/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DBCA10F-924D-E145-7FF6-9A1953DEE281}"/>
                </a:ext>
              </a:extLst>
            </p:cNvPr>
            <p:cNvGrpSpPr/>
            <p:nvPr/>
          </p:nvGrpSpPr>
          <p:grpSpPr>
            <a:xfrm>
              <a:off x="231271" y="917189"/>
              <a:ext cx="1274409" cy="625877"/>
              <a:chOff x="1357821" y="4757683"/>
              <a:chExt cx="1274409" cy="625877"/>
            </a:xfrm>
          </p:grpSpPr>
          <p:pic>
            <p:nvPicPr>
              <p:cNvPr id="13" name="Picture 12" descr="A black square with white lines&#10;&#10;Description automatically generated">
                <a:extLst>
                  <a:ext uri="{FF2B5EF4-FFF2-40B4-BE49-F238E27FC236}">
                    <a16:creationId xmlns:a16="http://schemas.microsoft.com/office/drawing/2014/main" id="{9975BC6B-61F7-6B1E-178A-EB5A5CF841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 amt="30000"/>
              </a:blip>
              <a:stretch>
                <a:fillRect/>
              </a:stretch>
            </p:blipFill>
            <p:spPr>
              <a:xfrm>
                <a:off x="1950895" y="4757683"/>
                <a:ext cx="681335" cy="625877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1E6B770-730F-7A2F-0BCC-DFD2371C6F55}"/>
                  </a:ext>
                </a:extLst>
              </p:cNvPr>
              <p:cNvSpPr txBox="1"/>
              <p:nvPr/>
            </p:nvSpPr>
            <p:spPr>
              <a:xfrm>
                <a:off x="1357821" y="4843378"/>
                <a:ext cx="5549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CPU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66A45FBB-357A-5752-2DFB-F3411E54BC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5229249"/>
                <a:ext cx="0" cy="190856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5C1771-9148-68B9-A280-04E3AC16818D}"/>
                </a:ext>
              </a:extLst>
            </p:cNvPr>
            <p:cNvSpPr/>
            <p:nvPr/>
          </p:nvSpPr>
          <p:spPr>
            <a:xfrm>
              <a:off x="1949880" y="721827"/>
              <a:ext cx="286544" cy="354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5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DBBF7B3-5291-3612-28CC-E30BFC7C494F}"/>
                </a:ext>
              </a:extLst>
            </p:cNvPr>
            <p:cNvGrpSpPr/>
            <p:nvPr/>
          </p:nvGrpSpPr>
          <p:grpSpPr>
            <a:xfrm>
              <a:off x="297435" y="-800115"/>
              <a:ext cx="1503543" cy="671651"/>
              <a:chOff x="515794" y="3612564"/>
              <a:chExt cx="1748764" cy="671651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FFEA24-10B8-A617-947D-C29E5AB26B71}"/>
                  </a:ext>
                </a:extLst>
              </p:cNvPr>
              <p:cNvSpPr txBox="1"/>
              <p:nvPr/>
            </p:nvSpPr>
            <p:spPr>
              <a:xfrm>
                <a:off x="515794" y="3612564"/>
                <a:ext cx="8660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target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244664-7F2F-C0CD-7388-F7D8C585C4CA}"/>
                  </a:ext>
                </a:extLst>
              </p:cNvPr>
              <p:cNvSpPr/>
              <p:nvPr/>
            </p:nvSpPr>
            <p:spPr>
              <a:xfrm>
                <a:off x="577150" y="3976438"/>
                <a:ext cx="1687408" cy="307777"/>
              </a:xfrm>
              <a:custGeom>
                <a:avLst/>
                <a:gdLst>
                  <a:gd name="connsiteX0" fmla="*/ 0 w 1687408"/>
                  <a:gd name="connsiteY0" fmla="*/ 0 h 307777"/>
                  <a:gd name="connsiteX1" fmla="*/ 545595 w 1687408"/>
                  <a:gd name="connsiteY1" fmla="*/ 0 h 307777"/>
                  <a:gd name="connsiteX2" fmla="*/ 1057442 w 1687408"/>
                  <a:gd name="connsiteY2" fmla="*/ 0 h 307777"/>
                  <a:gd name="connsiteX3" fmla="*/ 1687408 w 1687408"/>
                  <a:gd name="connsiteY3" fmla="*/ 0 h 307777"/>
                  <a:gd name="connsiteX4" fmla="*/ 1687408 w 1687408"/>
                  <a:gd name="connsiteY4" fmla="*/ 307777 h 307777"/>
                  <a:gd name="connsiteX5" fmla="*/ 1158687 w 1687408"/>
                  <a:gd name="connsiteY5" fmla="*/ 307777 h 307777"/>
                  <a:gd name="connsiteX6" fmla="*/ 562469 w 1687408"/>
                  <a:gd name="connsiteY6" fmla="*/ 307777 h 307777"/>
                  <a:gd name="connsiteX7" fmla="*/ 0 w 1687408"/>
                  <a:gd name="connsiteY7" fmla="*/ 307777 h 307777"/>
                  <a:gd name="connsiteX8" fmla="*/ 0 w 1687408"/>
                  <a:gd name="connsiteY8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687408" h="307777" extrusionOk="0">
                    <a:moveTo>
                      <a:pt x="0" y="0"/>
                    </a:moveTo>
                    <a:cubicBezTo>
                      <a:pt x="128936" y="6660"/>
                      <a:pt x="319593" y="-22133"/>
                      <a:pt x="545595" y="0"/>
                    </a:cubicBezTo>
                    <a:cubicBezTo>
                      <a:pt x="771597" y="22133"/>
                      <a:pt x="809002" y="-23071"/>
                      <a:pt x="1057442" y="0"/>
                    </a:cubicBezTo>
                    <a:cubicBezTo>
                      <a:pt x="1305882" y="23071"/>
                      <a:pt x="1451336" y="-20848"/>
                      <a:pt x="1687408" y="0"/>
                    </a:cubicBezTo>
                    <a:cubicBezTo>
                      <a:pt x="1692846" y="133970"/>
                      <a:pt x="1683251" y="197125"/>
                      <a:pt x="1687408" y="307777"/>
                    </a:cubicBezTo>
                    <a:cubicBezTo>
                      <a:pt x="1482592" y="292155"/>
                      <a:pt x="1308745" y="293224"/>
                      <a:pt x="1158687" y="307777"/>
                    </a:cubicBezTo>
                    <a:cubicBezTo>
                      <a:pt x="1008629" y="322330"/>
                      <a:pt x="799311" y="298125"/>
                      <a:pt x="562469" y="307777"/>
                    </a:cubicBezTo>
                    <a:cubicBezTo>
                      <a:pt x="325627" y="317429"/>
                      <a:pt x="126178" y="279914"/>
                      <a:pt x="0" y="307777"/>
                    </a:cubicBezTo>
                    <a:cubicBezTo>
                      <a:pt x="-6096" y="178844"/>
                      <a:pt x="1978" y="79401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92466" y="375300"/>
              <a:ext cx="29843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0DBF491-F352-6979-8DF3-78B70F08047E}"/>
                </a:ext>
              </a:extLst>
            </p:cNvPr>
            <p:cNvSpPr txBox="1"/>
            <p:nvPr/>
          </p:nvSpPr>
          <p:spPr>
            <a:xfrm>
              <a:off x="814983" y="-486612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23EAA83-709B-AEE7-421F-1B29939E5711}"/>
                </a:ext>
              </a:extLst>
            </p:cNvPr>
            <p:cNvSpPr txBox="1"/>
            <p:nvPr/>
          </p:nvSpPr>
          <p:spPr>
            <a:xfrm>
              <a:off x="3349154" y="497231"/>
              <a:ext cx="10683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Count to: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51DAA-F573-D9AF-73EF-CBFF2CA229C4}"/>
                </a:ext>
              </a:extLst>
            </p:cNvPr>
            <p:cNvSpPr txBox="1"/>
            <p:nvPr/>
          </p:nvSpPr>
          <p:spPr>
            <a:xfrm>
              <a:off x="4312659" y="508629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FDFA45D-FB80-7473-15AD-5510CE9817D2}"/>
              </a:ext>
            </a:extLst>
          </p:cNvPr>
          <p:cNvGrpSpPr/>
          <p:nvPr/>
        </p:nvGrpSpPr>
        <p:grpSpPr>
          <a:xfrm>
            <a:off x="1912319" y="2278082"/>
            <a:ext cx="407468" cy="1461786"/>
            <a:chOff x="1668759" y="-13958058"/>
            <a:chExt cx="487848" cy="22198517"/>
          </a:xfrm>
        </p:grpSpPr>
        <p:cxnSp>
          <p:nvCxnSpPr>
            <p:cNvPr id="22" name="Straight Arrow Connector 55">
              <a:extLst>
                <a:ext uri="{FF2B5EF4-FFF2-40B4-BE49-F238E27FC236}">
                  <a16:creationId xmlns:a16="http://schemas.microsoft.com/office/drawing/2014/main" id="{983D9F78-2D6B-5B7B-1CC8-21E49EACB0D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4D23E4E-CD3B-49CB-B537-83E58C7B9B9B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44594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9D1400-153A-0626-FCB1-82473C4A95BC}"/>
              </a:ext>
            </a:extLst>
          </p:cNvPr>
          <p:cNvGrpSpPr/>
          <p:nvPr/>
        </p:nvGrpSpPr>
        <p:grpSpPr>
          <a:xfrm>
            <a:off x="229043" y="21831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75695" y="-2411580"/>
              <a:ext cx="5046276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/>
                <a:t>int </a:t>
              </a:r>
              <a:r>
                <a:rPr lang="en-AU" sz="1600" dirty="0" err="1"/>
                <a:t>i</a:t>
              </a:r>
              <a:r>
                <a:rPr lang="en-AU" sz="1600" dirty="0"/>
                <a:t> =  0;</a:t>
              </a:r>
            </a:p>
            <a:p>
              <a:pPr marL="342900" indent="-342900" rtl="0">
                <a:buFont typeface="+mj-lt"/>
                <a:buAutoNum type="arabicPeriod" startAt="6"/>
              </a:pPr>
              <a:endParaRPr lang="en-AU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while (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&lt; target)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   write_line(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);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   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++;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  <a:endParaRPr lang="en-AU" sz="1600" dirty="0"/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DBCA10F-924D-E145-7FF6-9A1953DEE281}"/>
                </a:ext>
              </a:extLst>
            </p:cNvPr>
            <p:cNvGrpSpPr/>
            <p:nvPr/>
          </p:nvGrpSpPr>
          <p:grpSpPr>
            <a:xfrm>
              <a:off x="231271" y="917189"/>
              <a:ext cx="1274409" cy="625877"/>
              <a:chOff x="1357821" y="4757683"/>
              <a:chExt cx="1274409" cy="625877"/>
            </a:xfrm>
          </p:grpSpPr>
          <p:pic>
            <p:nvPicPr>
              <p:cNvPr id="13" name="Picture 12" descr="A black square with white lines&#10;&#10;Description automatically generated">
                <a:extLst>
                  <a:ext uri="{FF2B5EF4-FFF2-40B4-BE49-F238E27FC236}">
                    <a16:creationId xmlns:a16="http://schemas.microsoft.com/office/drawing/2014/main" id="{9975BC6B-61F7-6B1E-178A-EB5A5CF841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 amt="30000"/>
              </a:blip>
              <a:stretch>
                <a:fillRect/>
              </a:stretch>
            </p:blipFill>
            <p:spPr>
              <a:xfrm>
                <a:off x="1950895" y="4757683"/>
                <a:ext cx="681335" cy="625877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1E6B770-730F-7A2F-0BCC-DFD2371C6F55}"/>
                  </a:ext>
                </a:extLst>
              </p:cNvPr>
              <p:cNvSpPr txBox="1"/>
              <p:nvPr/>
            </p:nvSpPr>
            <p:spPr>
              <a:xfrm>
                <a:off x="1357821" y="4843378"/>
                <a:ext cx="5549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CPU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66A45FBB-357A-5752-2DFB-F3411E54BC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5229249"/>
                <a:ext cx="0" cy="190856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5C1771-9148-68B9-A280-04E3AC16818D}"/>
                </a:ext>
              </a:extLst>
            </p:cNvPr>
            <p:cNvSpPr/>
            <p:nvPr/>
          </p:nvSpPr>
          <p:spPr>
            <a:xfrm>
              <a:off x="1949880" y="721827"/>
              <a:ext cx="286544" cy="354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6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DBBF7B3-5291-3612-28CC-E30BFC7C494F}"/>
                </a:ext>
              </a:extLst>
            </p:cNvPr>
            <p:cNvGrpSpPr/>
            <p:nvPr/>
          </p:nvGrpSpPr>
          <p:grpSpPr>
            <a:xfrm>
              <a:off x="297435" y="-800115"/>
              <a:ext cx="1503543" cy="671651"/>
              <a:chOff x="515794" y="3612564"/>
              <a:chExt cx="1748764" cy="671651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FFEA24-10B8-A617-947D-C29E5AB26B71}"/>
                  </a:ext>
                </a:extLst>
              </p:cNvPr>
              <p:cNvSpPr txBox="1"/>
              <p:nvPr/>
            </p:nvSpPr>
            <p:spPr>
              <a:xfrm>
                <a:off x="515794" y="3612564"/>
                <a:ext cx="8660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</a:rPr>
                  <a:t>target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244664-7F2F-C0CD-7388-F7D8C585C4CA}"/>
                  </a:ext>
                </a:extLst>
              </p:cNvPr>
              <p:cNvSpPr/>
              <p:nvPr/>
            </p:nvSpPr>
            <p:spPr>
              <a:xfrm>
                <a:off x="577150" y="3976438"/>
                <a:ext cx="1687408" cy="307777"/>
              </a:xfrm>
              <a:custGeom>
                <a:avLst/>
                <a:gdLst>
                  <a:gd name="connsiteX0" fmla="*/ 0 w 1687408"/>
                  <a:gd name="connsiteY0" fmla="*/ 0 h 307777"/>
                  <a:gd name="connsiteX1" fmla="*/ 545595 w 1687408"/>
                  <a:gd name="connsiteY1" fmla="*/ 0 h 307777"/>
                  <a:gd name="connsiteX2" fmla="*/ 1057442 w 1687408"/>
                  <a:gd name="connsiteY2" fmla="*/ 0 h 307777"/>
                  <a:gd name="connsiteX3" fmla="*/ 1687408 w 1687408"/>
                  <a:gd name="connsiteY3" fmla="*/ 0 h 307777"/>
                  <a:gd name="connsiteX4" fmla="*/ 1687408 w 1687408"/>
                  <a:gd name="connsiteY4" fmla="*/ 307777 h 307777"/>
                  <a:gd name="connsiteX5" fmla="*/ 1158687 w 1687408"/>
                  <a:gd name="connsiteY5" fmla="*/ 307777 h 307777"/>
                  <a:gd name="connsiteX6" fmla="*/ 562469 w 1687408"/>
                  <a:gd name="connsiteY6" fmla="*/ 307777 h 307777"/>
                  <a:gd name="connsiteX7" fmla="*/ 0 w 1687408"/>
                  <a:gd name="connsiteY7" fmla="*/ 307777 h 307777"/>
                  <a:gd name="connsiteX8" fmla="*/ 0 w 1687408"/>
                  <a:gd name="connsiteY8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687408" h="307777" extrusionOk="0">
                    <a:moveTo>
                      <a:pt x="0" y="0"/>
                    </a:moveTo>
                    <a:cubicBezTo>
                      <a:pt x="128936" y="6660"/>
                      <a:pt x="319593" y="-22133"/>
                      <a:pt x="545595" y="0"/>
                    </a:cubicBezTo>
                    <a:cubicBezTo>
                      <a:pt x="771597" y="22133"/>
                      <a:pt x="809002" y="-23071"/>
                      <a:pt x="1057442" y="0"/>
                    </a:cubicBezTo>
                    <a:cubicBezTo>
                      <a:pt x="1305882" y="23071"/>
                      <a:pt x="1451336" y="-20848"/>
                      <a:pt x="1687408" y="0"/>
                    </a:cubicBezTo>
                    <a:cubicBezTo>
                      <a:pt x="1692846" y="133970"/>
                      <a:pt x="1683251" y="197125"/>
                      <a:pt x="1687408" y="307777"/>
                    </a:cubicBezTo>
                    <a:cubicBezTo>
                      <a:pt x="1482592" y="292155"/>
                      <a:pt x="1308745" y="293224"/>
                      <a:pt x="1158687" y="307777"/>
                    </a:cubicBezTo>
                    <a:cubicBezTo>
                      <a:pt x="1008629" y="322330"/>
                      <a:pt x="799311" y="298125"/>
                      <a:pt x="562469" y="307777"/>
                    </a:cubicBezTo>
                    <a:cubicBezTo>
                      <a:pt x="325627" y="317429"/>
                      <a:pt x="126178" y="279914"/>
                      <a:pt x="0" y="307777"/>
                    </a:cubicBezTo>
                    <a:cubicBezTo>
                      <a:pt x="-6096" y="178844"/>
                      <a:pt x="1978" y="79401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</p:grp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92466" y="375300"/>
              <a:ext cx="29843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7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0DBF491-F352-6979-8DF3-78B70F08047E}"/>
                </a:ext>
              </a:extLst>
            </p:cNvPr>
            <p:cNvSpPr txBox="1"/>
            <p:nvPr/>
          </p:nvSpPr>
          <p:spPr>
            <a:xfrm>
              <a:off x="814983" y="-486612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10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23EAA83-709B-AEE7-421F-1B29939E5711}"/>
                </a:ext>
              </a:extLst>
            </p:cNvPr>
            <p:cNvSpPr txBox="1"/>
            <p:nvPr/>
          </p:nvSpPr>
          <p:spPr>
            <a:xfrm>
              <a:off x="3349154" y="497231"/>
              <a:ext cx="10683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Count to: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51DAA-F573-D9AF-73EF-CBFF2CA229C4}"/>
                </a:ext>
              </a:extLst>
            </p:cNvPr>
            <p:cNvSpPr txBox="1"/>
            <p:nvPr/>
          </p:nvSpPr>
          <p:spPr>
            <a:xfrm>
              <a:off x="4312659" y="508629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10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FDFA45D-FB80-7473-15AD-5510CE9817D2}"/>
              </a:ext>
            </a:extLst>
          </p:cNvPr>
          <p:cNvGrpSpPr/>
          <p:nvPr/>
        </p:nvGrpSpPr>
        <p:grpSpPr>
          <a:xfrm>
            <a:off x="1912319" y="863191"/>
            <a:ext cx="407468" cy="3111870"/>
            <a:chOff x="1668759" y="-13958058"/>
            <a:chExt cx="487848" cy="22198517"/>
          </a:xfrm>
        </p:grpSpPr>
        <p:cxnSp>
          <p:nvCxnSpPr>
            <p:cNvPr id="22" name="Straight Arrow Connector 55">
              <a:extLst>
                <a:ext uri="{FF2B5EF4-FFF2-40B4-BE49-F238E27FC236}">
                  <a16:creationId xmlns:a16="http://schemas.microsoft.com/office/drawing/2014/main" id="{983D9F78-2D6B-5B7B-1CC8-21E49EACB0D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4D23E4E-CD3B-49CB-B537-83E58C7B9B9B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8E9DCD-E5A8-3317-BAA2-D65D58276E91}"/>
              </a:ext>
            </a:extLst>
          </p:cNvPr>
          <p:cNvGrpSpPr/>
          <p:nvPr/>
        </p:nvGrpSpPr>
        <p:grpSpPr>
          <a:xfrm>
            <a:off x="325682" y="1650882"/>
            <a:ext cx="1503543" cy="682835"/>
            <a:chOff x="325682" y="1650882"/>
            <a:chExt cx="1503543" cy="68283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DB30B2-CAEA-6F1D-5E94-E5E8075C3320}"/>
                </a:ext>
              </a:extLst>
            </p:cNvPr>
            <p:cNvSpPr txBox="1"/>
            <p:nvPr/>
          </p:nvSpPr>
          <p:spPr>
            <a:xfrm>
              <a:off x="325682" y="1650882"/>
              <a:ext cx="2375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i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A8531FB-5BD7-FF39-4AA3-DDCD7DC84372}"/>
                </a:ext>
              </a:extLst>
            </p:cNvPr>
            <p:cNvSpPr/>
            <p:nvPr/>
          </p:nvSpPr>
          <p:spPr>
            <a:xfrm>
              <a:off x="378434" y="2014756"/>
              <a:ext cx="1450791" cy="307777"/>
            </a:xfrm>
            <a:custGeom>
              <a:avLst/>
              <a:gdLst>
                <a:gd name="connsiteX0" fmla="*/ 0 w 1450791"/>
                <a:gd name="connsiteY0" fmla="*/ 0 h 307777"/>
                <a:gd name="connsiteX1" fmla="*/ 469089 w 1450791"/>
                <a:gd name="connsiteY1" fmla="*/ 0 h 307777"/>
                <a:gd name="connsiteX2" fmla="*/ 909162 w 1450791"/>
                <a:gd name="connsiteY2" fmla="*/ 0 h 307777"/>
                <a:gd name="connsiteX3" fmla="*/ 1450791 w 1450791"/>
                <a:gd name="connsiteY3" fmla="*/ 0 h 307777"/>
                <a:gd name="connsiteX4" fmla="*/ 1450791 w 1450791"/>
                <a:gd name="connsiteY4" fmla="*/ 307777 h 307777"/>
                <a:gd name="connsiteX5" fmla="*/ 996210 w 1450791"/>
                <a:gd name="connsiteY5" fmla="*/ 307777 h 307777"/>
                <a:gd name="connsiteX6" fmla="*/ 483597 w 1450791"/>
                <a:gd name="connsiteY6" fmla="*/ 307777 h 307777"/>
                <a:gd name="connsiteX7" fmla="*/ 0 w 1450791"/>
                <a:gd name="connsiteY7" fmla="*/ 307777 h 307777"/>
                <a:gd name="connsiteX8" fmla="*/ 0 w 1450791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0791" h="307777" extrusionOk="0">
                  <a:moveTo>
                    <a:pt x="0" y="0"/>
                  </a:moveTo>
                  <a:cubicBezTo>
                    <a:pt x="150675" y="-4249"/>
                    <a:pt x="352734" y="-14730"/>
                    <a:pt x="469089" y="0"/>
                  </a:cubicBezTo>
                  <a:cubicBezTo>
                    <a:pt x="585444" y="14730"/>
                    <a:pt x="789481" y="20990"/>
                    <a:pt x="909162" y="0"/>
                  </a:cubicBezTo>
                  <a:cubicBezTo>
                    <a:pt x="1028843" y="-20990"/>
                    <a:pt x="1242402" y="2768"/>
                    <a:pt x="1450791" y="0"/>
                  </a:cubicBezTo>
                  <a:cubicBezTo>
                    <a:pt x="1456229" y="133970"/>
                    <a:pt x="1446634" y="197125"/>
                    <a:pt x="1450791" y="307777"/>
                  </a:cubicBezTo>
                  <a:cubicBezTo>
                    <a:pt x="1333195" y="294757"/>
                    <a:pt x="1100499" y="330196"/>
                    <a:pt x="996210" y="307777"/>
                  </a:cubicBezTo>
                  <a:cubicBezTo>
                    <a:pt x="891921" y="285358"/>
                    <a:pt x="589493" y="289357"/>
                    <a:pt x="483597" y="307777"/>
                  </a:cubicBezTo>
                  <a:cubicBezTo>
                    <a:pt x="377701" y="326197"/>
                    <a:pt x="104073" y="295228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530C79D-6878-EEC9-8215-CF71B99487FE}"/>
                </a:ext>
              </a:extLst>
            </p:cNvPr>
            <p:cNvSpPr txBox="1"/>
            <p:nvPr/>
          </p:nvSpPr>
          <p:spPr>
            <a:xfrm>
              <a:off x="843230" y="1964385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 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45326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9D1400-153A-0626-FCB1-82473C4A95BC}"/>
              </a:ext>
            </a:extLst>
          </p:cNvPr>
          <p:cNvGrpSpPr/>
          <p:nvPr/>
        </p:nvGrpSpPr>
        <p:grpSpPr>
          <a:xfrm>
            <a:off x="229043" y="21831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75695" y="-2411580"/>
              <a:ext cx="5046276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int 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=  0;</a:t>
              </a:r>
            </a:p>
            <a:p>
              <a:pPr marL="342900" indent="-342900" rtl="0">
                <a:buFont typeface="+mj-lt"/>
                <a:buAutoNum type="arabicPeriod" startAt="6"/>
              </a:pPr>
              <a:endParaRPr lang="en-AU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/>
                <a:t>while (</a:t>
              </a:r>
              <a:r>
                <a:rPr lang="en-AU" sz="1600" dirty="0" err="1"/>
                <a:t>i</a:t>
              </a:r>
              <a:r>
                <a:rPr lang="en-AU" sz="1600" dirty="0"/>
                <a:t> &lt; target)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   write_line(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);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   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++;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  <a:endParaRPr lang="en-AU" sz="1600" dirty="0"/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DBCA10F-924D-E145-7FF6-9A1953DEE281}"/>
                </a:ext>
              </a:extLst>
            </p:cNvPr>
            <p:cNvGrpSpPr/>
            <p:nvPr/>
          </p:nvGrpSpPr>
          <p:grpSpPr>
            <a:xfrm>
              <a:off x="231271" y="917189"/>
              <a:ext cx="1274409" cy="625877"/>
              <a:chOff x="1357821" y="4757683"/>
              <a:chExt cx="1274409" cy="625877"/>
            </a:xfrm>
          </p:grpSpPr>
          <p:pic>
            <p:nvPicPr>
              <p:cNvPr id="13" name="Picture 12" descr="A black square with white lines&#10;&#10;Description automatically generated">
                <a:extLst>
                  <a:ext uri="{FF2B5EF4-FFF2-40B4-BE49-F238E27FC236}">
                    <a16:creationId xmlns:a16="http://schemas.microsoft.com/office/drawing/2014/main" id="{9975BC6B-61F7-6B1E-178A-EB5A5CF841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 amt="30000"/>
              </a:blip>
              <a:stretch>
                <a:fillRect/>
              </a:stretch>
            </p:blipFill>
            <p:spPr>
              <a:xfrm>
                <a:off x="1950895" y="4757683"/>
                <a:ext cx="681335" cy="625877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1E6B770-730F-7A2F-0BCC-DFD2371C6F55}"/>
                  </a:ext>
                </a:extLst>
              </p:cNvPr>
              <p:cNvSpPr txBox="1"/>
              <p:nvPr/>
            </p:nvSpPr>
            <p:spPr>
              <a:xfrm>
                <a:off x="1357821" y="4843378"/>
                <a:ext cx="5549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CPU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66A45FBB-357A-5752-2DFB-F3411E54BC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5229249"/>
                <a:ext cx="0" cy="190856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5C1771-9148-68B9-A280-04E3AC16818D}"/>
                </a:ext>
              </a:extLst>
            </p:cNvPr>
            <p:cNvSpPr/>
            <p:nvPr/>
          </p:nvSpPr>
          <p:spPr>
            <a:xfrm>
              <a:off x="1949880" y="721827"/>
              <a:ext cx="286544" cy="354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7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DBBF7B3-5291-3612-28CC-E30BFC7C494F}"/>
                </a:ext>
              </a:extLst>
            </p:cNvPr>
            <p:cNvGrpSpPr/>
            <p:nvPr/>
          </p:nvGrpSpPr>
          <p:grpSpPr>
            <a:xfrm>
              <a:off x="297435" y="-800115"/>
              <a:ext cx="1503543" cy="671651"/>
              <a:chOff x="515794" y="3612564"/>
              <a:chExt cx="1748764" cy="671651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FFEA24-10B8-A617-947D-C29E5AB26B71}"/>
                  </a:ext>
                </a:extLst>
              </p:cNvPr>
              <p:cNvSpPr txBox="1"/>
              <p:nvPr/>
            </p:nvSpPr>
            <p:spPr>
              <a:xfrm>
                <a:off x="515794" y="3612564"/>
                <a:ext cx="8660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target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244664-7F2F-C0CD-7388-F7D8C585C4CA}"/>
                  </a:ext>
                </a:extLst>
              </p:cNvPr>
              <p:cNvSpPr/>
              <p:nvPr/>
            </p:nvSpPr>
            <p:spPr>
              <a:xfrm>
                <a:off x="577150" y="3976438"/>
                <a:ext cx="1687408" cy="307777"/>
              </a:xfrm>
              <a:custGeom>
                <a:avLst/>
                <a:gdLst>
                  <a:gd name="connsiteX0" fmla="*/ 0 w 1687408"/>
                  <a:gd name="connsiteY0" fmla="*/ 0 h 307777"/>
                  <a:gd name="connsiteX1" fmla="*/ 545595 w 1687408"/>
                  <a:gd name="connsiteY1" fmla="*/ 0 h 307777"/>
                  <a:gd name="connsiteX2" fmla="*/ 1057442 w 1687408"/>
                  <a:gd name="connsiteY2" fmla="*/ 0 h 307777"/>
                  <a:gd name="connsiteX3" fmla="*/ 1687408 w 1687408"/>
                  <a:gd name="connsiteY3" fmla="*/ 0 h 307777"/>
                  <a:gd name="connsiteX4" fmla="*/ 1687408 w 1687408"/>
                  <a:gd name="connsiteY4" fmla="*/ 307777 h 307777"/>
                  <a:gd name="connsiteX5" fmla="*/ 1158687 w 1687408"/>
                  <a:gd name="connsiteY5" fmla="*/ 307777 h 307777"/>
                  <a:gd name="connsiteX6" fmla="*/ 562469 w 1687408"/>
                  <a:gd name="connsiteY6" fmla="*/ 307777 h 307777"/>
                  <a:gd name="connsiteX7" fmla="*/ 0 w 1687408"/>
                  <a:gd name="connsiteY7" fmla="*/ 307777 h 307777"/>
                  <a:gd name="connsiteX8" fmla="*/ 0 w 1687408"/>
                  <a:gd name="connsiteY8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687408" h="307777" extrusionOk="0">
                    <a:moveTo>
                      <a:pt x="0" y="0"/>
                    </a:moveTo>
                    <a:cubicBezTo>
                      <a:pt x="128936" y="6660"/>
                      <a:pt x="319593" y="-22133"/>
                      <a:pt x="545595" y="0"/>
                    </a:cubicBezTo>
                    <a:cubicBezTo>
                      <a:pt x="771597" y="22133"/>
                      <a:pt x="809002" y="-23071"/>
                      <a:pt x="1057442" y="0"/>
                    </a:cubicBezTo>
                    <a:cubicBezTo>
                      <a:pt x="1305882" y="23071"/>
                      <a:pt x="1451336" y="-20848"/>
                      <a:pt x="1687408" y="0"/>
                    </a:cubicBezTo>
                    <a:cubicBezTo>
                      <a:pt x="1692846" y="133970"/>
                      <a:pt x="1683251" y="197125"/>
                      <a:pt x="1687408" y="307777"/>
                    </a:cubicBezTo>
                    <a:cubicBezTo>
                      <a:pt x="1482592" y="292155"/>
                      <a:pt x="1308745" y="293224"/>
                      <a:pt x="1158687" y="307777"/>
                    </a:cubicBezTo>
                    <a:cubicBezTo>
                      <a:pt x="1008629" y="322330"/>
                      <a:pt x="799311" y="298125"/>
                      <a:pt x="562469" y="307777"/>
                    </a:cubicBezTo>
                    <a:cubicBezTo>
                      <a:pt x="325627" y="317429"/>
                      <a:pt x="126178" y="279914"/>
                      <a:pt x="0" y="307777"/>
                    </a:cubicBezTo>
                    <a:cubicBezTo>
                      <a:pt x="-6096" y="178844"/>
                      <a:pt x="1978" y="79401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</p:grp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92466" y="375300"/>
              <a:ext cx="29843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0DBF491-F352-6979-8DF3-78B70F08047E}"/>
                </a:ext>
              </a:extLst>
            </p:cNvPr>
            <p:cNvSpPr txBox="1"/>
            <p:nvPr/>
          </p:nvSpPr>
          <p:spPr>
            <a:xfrm>
              <a:off x="814983" y="-486612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23EAA83-709B-AEE7-421F-1B29939E5711}"/>
                </a:ext>
              </a:extLst>
            </p:cNvPr>
            <p:cNvSpPr txBox="1"/>
            <p:nvPr/>
          </p:nvSpPr>
          <p:spPr>
            <a:xfrm>
              <a:off x="3349154" y="497231"/>
              <a:ext cx="10683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Count to: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51DAA-F573-D9AF-73EF-CBFF2CA229C4}"/>
                </a:ext>
              </a:extLst>
            </p:cNvPr>
            <p:cNvSpPr txBox="1"/>
            <p:nvPr/>
          </p:nvSpPr>
          <p:spPr>
            <a:xfrm>
              <a:off x="4312659" y="508629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10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FDFA45D-FB80-7473-15AD-5510CE9817D2}"/>
              </a:ext>
            </a:extLst>
          </p:cNvPr>
          <p:cNvGrpSpPr/>
          <p:nvPr/>
        </p:nvGrpSpPr>
        <p:grpSpPr>
          <a:xfrm>
            <a:off x="1912319" y="1344454"/>
            <a:ext cx="407468" cy="2561912"/>
            <a:chOff x="1668759" y="-13958058"/>
            <a:chExt cx="487848" cy="22198517"/>
          </a:xfrm>
        </p:grpSpPr>
        <p:cxnSp>
          <p:nvCxnSpPr>
            <p:cNvPr id="22" name="Straight Arrow Connector 55">
              <a:extLst>
                <a:ext uri="{FF2B5EF4-FFF2-40B4-BE49-F238E27FC236}">
                  <a16:creationId xmlns:a16="http://schemas.microsoft.com/office/drawing/2014/main" id="{983D9F78-2D6B-5B7B-1CC8-21E49EACB0D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4D23E4E-CD3B-49CB-B537-83E58C7B9B9B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8E9DCD-E5A8-3317-BAA2-D65D58276E91}"/>
              </a:ext>
            </a:extLst>
          </p:cNvPr>
          <p:cNvGrpSpPr/>
          <p:nvPr/>
        </p:nvGrpSpPr>
        <p:grpSpPr>
          <a:xfrm>
            <a:off x="325682" y="1650882"/>
            <a:ext cx="1503543" cy="682835"/>
            <a:chOff x="325682" y="1650882"/>
            <a:chExt cx="1503543" cy="68283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DB30B2-CAEA-6F1D-5E94-E5E8075C3320}"/>
                </a:ext>
              </a:extLst>
            </p:cNvPr>
            <p:cNvSpPr txBox="1"/>
            <p:nvPr/>
          </p:nvSpPr>
          <p:spPr>
            <a:xfrm>
              <a:off x="325682" y="1650882"/>
              <a:ext cx="2375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i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A8531FB-5BD7-FF39-4AA3-DDCD7DC84372}"/>
                </a:ext>
              </a:extLst>
            </p:cNvPr>
            <p:cNvSpPr/>
            <p:nvPr/>
          </p:nvSpPr>
          <p:spPr>
            <a:xfrm>
              <a:off x="378434" y="2014756"/>
              <a:ext cx="1450791" cy="307777"/>
            </a:xfrm>
            <a:custGeom>
              <a:avLst/>
              <a:gdLst>
                <a:gd name="connsiteX0" fmla="*/ 0 w 1450791"/>
                <a:gd name="connsiteY0" fmla="*/ 0 h 307777"/>
                <a:gd name="connsiteX1" fmla="*/ 469089 w 1450791"/>
                <a:gd name="connsiteY1" fmla="*/ 0 h 307777"/>
                <a:gd name="connsiteX2" fmla="*/ 909162 w 1450791"/>
                <a:gd name="connsiteY2" fmla="*/ 0 h 307777"/>
                <a:gd name="connsiteX3" fmla="*/ 1450791 w 1450791"/>
                <a:gd name="connsiteY3" fmla="*/ 0 h 307777"/>
                <a:gd name="connsiteX4" fmla="*/ 1450791 w 1450791"/>
                <a:gd name="connsiteY4" fmla="*/ 307777 h 307777"/>
                <a:gd name="connsiteX5" fmla="*/ 996210 w 1450791"/>
                <a:gd name="connsiteY5" fmla="*/ 307777 h 307777"/>
                <a:gd name="connsiteX6" fmla="*/ 483597 w 1450791"/>
                <a:gd name="connsiteY6" fmla="*/ 307777 h 307777"/>
                <a:gd name="connsiteX7" fmla="*/ 0 w 1450791"/>
                <a:gd name="connsiteY7" fmla="*/ 307777 h 307777"/>
                <a:gd name="connsiteX8" fmla="*/ 0 w 1450791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0791" h="307777" extrusionOk="0">
                  <a:moveTo>
                    <a:pt x="0" y="0"/>
                  </a:moveTo>
                  <a:cubicBezTo>
                    <a:pt x="150675" y="-4249"/>
                    <a:pt x="352734" y="-14730"/>
                    <a:pt x="469089" y="0"/>
                  </a:cubicBezTo>
                  <a:cubicBezTo>
                    <a:pt x="585444" y="14730"/>
                    <a:pt x="789481" y="20990"/>
                    <a:pt x="909162" y="0"/>
                  </a:cubicBezTo>
                  <a:cubicBezTo>
                    <a:pt x="1028843" y="-20990"/>
                    <a:pt x="1242402" y="2768"/>
                    <a:pt x="1450791" y="0"/>
                  </a:cubicBezTo>
                  <a:cubicBezTo>
                    <a:pt x="1456229" y="133970"/>
                    <a:pt x="1446634" y="197125"/>
                    <a:pt x="1450791" y="307777"/>
                  </a:cubicBezTo>
                  <a:cubicBezTo>
                    <a:pt x="1333195" y="294757"/>
                    <a:pt x="1100499" y="330196"/>
                    <a:pt x="996210" y="307777"/>
                  </a:cubicBezTo>
                  <a:cubicBezTo>
                    <a:pt x="891921" y="285358"/>
                    <a:pt x="589493" y="289357"/>
                    <a:pt x="483597" y="307777"/>
                  </a:cubicBezTo>
                  <a:cubicBezTo>
                    <a:pt x="377701" y="326197"/>
                    <a:pt x="104073" y="295228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530C79D-6878-EEC9-8215-CF71B99487FE}"/>
                </a:ext>
              </a:extLst>
            </p:cNvPr>
            <p:cNvSpPr txBox="1"/>
            <p:nvPr/>
          </p:nvSpPr>
          <p:spPr>
            <a:xfrm>
              <a:off x="843230" y="1964385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 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12867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9D1400-153A-0626-FCB1-82473C4A95BC}"/>
              </a:ext>
            </a:extLst>
          </p:cNvPr>
          <p:cNvGrpSpPr/>
          <p:nvPr/>
        </p:nvGrpSpPr>
        <p:grpSpPr>
          <a:xfrm>
            <a:off x="229043" y="21831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75695" y="-2411580"/>
              <a:ext cx="5046276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int 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=  0;</a:t>
              </a:r>
            </a:p>
            <a:p>
              <a:pPr marL="342900" indent="-342900" rtl="0">
                <a:buFont typeface="+mj-lt"/>
                <a:buAutoNum type="arabicPeriod" startAt="6"/>
              </a:pPr>
              <a:endParaRPr lang="en-AU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while (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&lt; target)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/>
                <a:t>{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   write_line(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);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   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++;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  <a:endParaRPr lang="en-AU" sz="1600" dirty="0"/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DBCA10F-924D-E145-7FF6-9A1953DEE281}"/>
                </a:ext>
              </a:extLst>
            </p:cNvPr>
            <p:cNvGrpSpPr/>
            <p:nvPr/>
          </p:nvGrpSpPr>
          <p:grpSpPr>
            <a:xfrm>
              <a:off x="231271" y="917189"/>
              <a:ext cx="1274409" cy="625877"/>
              <a:chOff x="1357821" y="4757683"/>
              <a:chExt cx="1274409" cy="625877"/>
            </a:xfrm>
          </p:grpSpPr>
          <p:pic>
            <p:nvPicPr>
              <p:cNvPr id="13" name="Picture 12" descr="A black square with white lines&#10;&#10;Description automatically generated">
                <a:extLst>
                  <a:ext uri="{FF2B5EF4-FFF2-40B4-BE49-F238E27FC236}">
                    <a16:creationId xmlns:a16="http://schemas.microsoft.com/office/drawing/2014/main" id="{9975BC6B-61F7-6B1E-178A-EB5A5CF841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 amt="30000"/>
              </a:blip>
              <a:stretch>
                <a:fillRect/>
              </a:stretch>
            </p:blipFill>
            <p:spPr>
              <a:xfrm>
                <a:off x="1950895" y="4757683"/>
                <a:ext cx="681335" cy="625877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1E6B770-730F-7A2F-0BCC-DFD2371C6F55}"/>
                  </a:ext>
                </a:extLst>
              </p:cNvPr>
              <p:cNvSpPr txBox="1"/>
              <p:nvPr/>
            </p:nvSpPr>
            <p:spPr>
              <a:xfrm>
                <a:off x="1357821" y="4843378"/>
                <a:ext cx="5549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CPU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66A45FBB-357A-5752-2DFB-F3411E54BC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5229249"/>
                <a:ext cx="0" cy="190856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5C1771-9148-68B9-A280-04E3AC16818D}"/>
                </a:ext>
              </a:extLst>
            </p:cNvPr>
            <p:cNvSpPr/>
            <p:nvPr/>
          </p:nvSpPr>
          <p:spPr>
            <a:xfrm>
              <a:off x="1949880" y="721827"/>
              <a:ext cx="286544" cy="354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8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DBBF7B3-5291-3612-28CC-E30BFC7C494F}"/>
                </a:ext>
              </a:extLst>
            </p:cNvPr>
            <p:cNvGrpSpPr/>
            <p:nvPr/>
          </p:nvGrpSpPr>
          <p:grpSpPr>
            <a:xfrm>
              <a:off x="297435" y="-800115"/>
              <a:ext cx="1503543" cy="671651"/>
              <a:chOff x="515794" y="3612564"/>
              <a:chExt cx="1748764" cy="671651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FFEA24-10B8-A617-947D-C29E5AB26B71}"/>
                  </a:ext>
                </a:extLst>
              </p:cNvPr>
              <p:cNvSpPr txBox="1"/>
              <p:nvPr/>
            </p:nvSpPr>
            <p:spPr>
              <a:xfrm>
                <a:off x="515794" y="3612564"/>
                <a:ext cx="8660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</a:rPr>
                  <a:t>target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244664-7F2F-C0CD-7388-F7D8C585C4CA}"/>
                  </a:ext>
                </a:extLst>
              </p:cNvPr>
              <p:cNvSpPr/>
              <p:nvPr/>
            </p:nvSpPr>
            <p:spPr>
              <a:xfrm>
                <a:off x="577150" y="3976438"/>
                <a:ext cx="1687408" cy="307777"/>
              </a:xfrm>
              <a:custGeom>
                <a:avLst/>
                <a:gdLst>
                  <a:gd name="connsiteX0" fmla="*/ 0 w 1687408"/>
                  <a:gd name="connsiteY0" fmla="*/ 0 h 307777"/>
                  <a:gd name="connsiteX1" fmla="*/ 545595 w 1687408"/>
                  <a:gd name="connsiteY1" fmla="*/ 0 h 307777"/>
                  <a:gd name="connsiteX2" fmla="*/ 1057442 w 1687408"/>
                  <a:gd name="connsiteY2" fmla="*/ 0 h 307777"/>
                  <a:gd name="connsiteX3" fmla="*/ 1687408 w 1687408"/>
                  <a:gd name="connsiteY3" fmla="*/ 0 h 307777"/>
                  <a:gd name="connsiteX4" fmla="*/ 1687408 w 1687408"/>
                  <a:gd name="connsiteY4" fmla="*/ 307777 h 307777"/>
                  <a:gd name="connsiteX5" fmla="*/ 1158687 w 1687408"/>
                  <a:gd name="connsiteY5" fmla="*/ 307777 h 307777"/>
                  <a:gd name="connsiteX6" fmla="*/ 562469 w 1687408"/>
                  <a:gd name="connsiteY6" fmla="*/ 307777 h 307777"/>
                  <a:gd name="connsiteX7" fmla="*/ 0 w 1687408"/>
                  <a:gd name="connsiteY7" fmla="*/ 307777 h 307777"/>
                  <a:gd name="connsiteX8" fmla="*/ 0 w 1687408"/>
                  <a:gd name="connsiteY8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687408" h="307777" extrusionOk="0">
                    <a:moveTo>
                      <a:pt x="0" y="0"/>
                    </a:moveTo>
                    <a:cubicBezTo>
                      <a:pt x="128936" y="6660"/>
                      <a:pt x="319593" y="-22133"/>
                      <a:pt x="545595" y="0"/>
                    </a:cubicBezTo>
                    <a:cubicBezTo>
                      <a:pt x="771597" y="22133"/>
                      <a:pt x="809002" y="-23071"/>
                      <a:pt x="1057442" y="0"/>
                    </a:cubicBezTo>
                    <a:cubicBezTo>
                      <a:pt x="1305882" y="23071"/>
                      <a:pt x="1451336" y="-20848"/>
                      <a:pt x="1687408" y="0"/>
                    </a:cubicBezTo>
                    <a:cubicBezTo>
                      <a:pt x="1692846" y="133970"/>
                      <a:pt x="1683251" y="197125"/>
                      <a:pt x="1687408" y="307777"/>
                    </a:cubicBezTo>
                    <a:cubicBezTo>
                      <a:pt x="1482592" y="292155"/>
                      <a:pt x="1308745" y="293224"/>
                      <a:pt x="1158687" y="307777"/>
                    </a:cubicBezTo>
                    <a:cubicBezTo>
                      <a:pt x="1008629" y="322330"/>
                      <a:pt x="799311" y="298125"/>
                      <a:pt x="562469" y="307777"/>
                    </a:cubicBezTo>
                    <a:cubicBezTo>
                      <a:pt x="325627" y="317429"/>
                      <a:pt x="126178" y="279914"/>
                      <a:pt x="0" y="307777"/>
                    </a:cubicBezTo>
                    <a:cubicBezTo>
                      <a:pt x="-6096" y="178844"/>
                      <a:pt x="1978" y="79401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</p:grp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92466" y="375300"/>
              <a:ext cx="29843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9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0DBF491-F352-6979-8DF3-78B70F08047E}"/>
                </a:ext>
              </a:extLst>
            </p:cNvPr>
            <p:cNvSpPr txBox="1"/>
            <p:nvPr/>
          </p:nvSpPr>
          <p:spPr>
            <a:xfrm>
              <a:off x="814983" y="-486612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10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23EAA83-709B-AEE7-421F-1B29939E5711}"/>
                </a:ext>
              </a:extLst>
            </p:cNvPr>
            <p:cNvSpPr txBox="1"/>
            <p:nvPr/>
          </p:nvSpPr>
          <p:spPr>
            <a:xfrm>
              <a:off x="3349154" y="497231"/>
              <a:ext cx="10683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Count to: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51DAA-F573-D9AF-73EF-CBFF2CA229C4}"/>
                </a:ext>
              </a:extLst>
            </p:cNvPr>
            <p:cNvSpPr txBox="1"/>
            <p:nvPr/>
          </p:nvSpPr>
          <p:spPr>
            <a:xfrm>
              <a:off x="4312659" y="508629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10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FDFA45D-FB80-7473-15AD-5510CE9817D2}"/>
              </a:ext>
            </a:extLst>
          </p:cNvPr>
          <p:cNvGrpSpPr/>
          <p:nvPr/>
        </p:nvGrpSpPr>
        <p:grpSpPr>
          <a:xfrm>
            <a:off x="1912319" y="1617159"/>
            <a:ext cx="407468" cy="2235971"/>
            <a:chOff x="1668759" y="-13958058"/>
            <a:chExt cx="487848" cy="22198517"/>
          </a:xfrm>
        </p:grpSpPr>
        <p:cxnSp>
          <p:nvCxnSpPr>
            <p:cNvPr id="22" name="Straight Arrow Connector 55">
              <a:extLst>
                <a:ext uri="{FF2B5EF4-FFF2-40B4-BE49-F238E27FC236}">
                  <a16:creationId xmlns:a16="http://schemas.microsoft.com/office/drawing/2014/main" id="{983D9F78-2D6B-5B7B-1CC8-21E49EACB0D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4D23E4E-CD3B-49CB-B537-83E58C7B9B9B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8E9DCD-E5A8-3317-BAA2-D65D58276E91}"/>
              </a:ext>
            </a:extLst>
          </p:cNvPr>
          <p:cNvGrpSpPr/>
          <p:nvPr/>
        </p:nvGrpSpPr>
        <p:grpSpPr>
          <a:xfrm>
            <a:off x="325682" y="1650882"/>
            <a:ext cx="1503543" cy="682835"/>
            <a:chOff x="325682" y="1650882"/>
            <a:chExt cx="1503543" cy="68283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DB30B2-CAEA-6F1D-5E94-E5E8075C3320}"/>
                </a:ext>
              </a:extLst>
            </p:cNvPr>
            <p:cNvSpPr txBox="1"/>
            <p:nvPr/>
          </p:nvSpPr>
          <p:spPr>
            <a:xfrm>
              <a:off x="325682" y="1650882"/>
              <a:ext cx="2375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A8531FB-5BD7-FF39-4AA3-DDCD7DC84372}"/>
                </a:ext>
              </a:extLst>
            </p:cNvPr>
            <p:cNvSpPr/>
            <p:nvPr/>
          </p:nvSpPr>
          <p:spPr>
            <a:xfrm>
              <a:off x="378434" y="2014756"/>
              <a:ext cx="1450791" cy="307777"/>
            </a:xfrm>
            <a:custGeom>
              <a:avLst/>
              <a:gdLst>
                <a:gd name="connsiteX0" fmla="*/ 0 w 1450791"/>
                <a:gd name="connsiteY0" fmla="*/ 0 h 307777"/>
                <a:gd name="connsiteX1" fmla="*/ 469089 w 1450791"/>
                <a:gd name="connsiteY1" fmla="*/ 0 h 307777"/>
                <a:gd name="connsiteX2" fmla="*/ 909162 w 1450791"/>
                <a:gd name="connsiteY2" fmla="*/ 0 h 307777"/>
                <a:gd name="connsiteX3" fmla="*/ 1450791 w 1450791"/>
                <a:gd name="connsiteY3" fmla="*/ 0 h 307777"/>
                <a:gd name="connsiteX4" fmla="*/ 1450791 w 1450791"/>
                <a:gd name="connsiteY4" fmla="*/ 307777 h 307777"/>
                <a:gd name="connsiteX5" fmla="*/ 996210 w 1450791"/>
                <a:gd name="connsiteY5" fmla="*/ 307777 h 307777"/>
                <a:gd name="connsiteX6" fmla="*/ 483597 w 1450791"/>
                <a:gd name="connsiteY6" fmla="*/ 307777 h 307777"/>
                <a:gd name="connsiteX7" fmla="*/ 0 w 1450791"/>
                <a:gd name="connsiteY7" fmla="*/ 307777 h 307777"/>
                <a:gd name="connsiteX8" fmla="*/ 0 w 1450791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0791" h="307777" extrusionOk="0">
                  <a:moveTo>
                    <a:pt x="0" y="0"/>
                  </a:moveTo>
                  <a:cubicBezTo>
                    <a:pt x="150675" y="-4249"/>
                    <a:pt x="352734" y="-14730"/>
                    <a:pt x="469089" y="0"/>
                  </a:cubicBezTo>
                  <a:cubicBezTo>
                    <a:pt x="585444" y="14730"/>
                    <a:pt x="789481" y="20990"/>
                    <a:pt x="909162" y="0"/>
                  </a:cubicBezTo>
                  <a:cubicBezTo>
                    <a:pt x="1028843" y="-20990"/>
                    <a:pt x="1242402" y="2768"/>
                    <a:pt x="1450791" y="0"/>
                  </a:cubicBezTo>
                  <a:cubicBezTo>
                    <a:pt x="1456229" y="133970"/>
                    <a:pt x="1446634" y="197125"/>
                    <a:pt x="1450791" y="307777"/>
                  </a:cubicBezTo>
                  <a:cubicBezTo>
                    <a:pt x="1333195" y="294757"/>
                    <a:pt x="1100499" y="330196"/>
                    <a:pt x="996210" y="307777"/>
                  </a:cubicBezTo>
                  <a:cubicBezTo>
                    <a:pt x="891921" y="285358"/>
                    <a:pt x="589493" y="289357"/>
                    <a:pt x="483597" y="307777"/>
                  </a:cubicBezTo>
                  <a:cubicBezTo>
                    <a:pt x="377701" y="326197"/>
                    <a:pt x="104073" y="295228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bg1">
                  <a:lumMod val="6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530C79D-6878-EEC9-8215-CF71B99487FE}"/>
                </a:ext>
              </a:extLst>
            </p:cNvPr>
            <p:cNvSpPr txBox="1"/>
            <p:nvPr/>
          </p:nvSpPr>
          <p:spPr>
            <a:xfrm>
              <a:off x="843230" y="1964385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18796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9D1400-153A-0626-FCB1-82473C4A95BC}"/>
              </a:ext>
            </a:extLst>
          </p:cNvPr>
          <p:cNvGrpSpPr/>
          <p:nvPr/>
        </p:nvGrpSpPr>
        <p:grpSpPr>
          <a:xfrm>
            <a:off x="229043" y="21831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75695" y="-2411580"/>
              <a:ext cx="5046276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int 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=  0;</a:t>
              </a:r>
            </a:p>
            <a:p>
              <a:pPr marL="342900" indent="-342900" rtl="0">
                <a:buFont typeface="+mj-lt"/>
                <a:buAutoNum type="arabicPeriod" startAt="6"/>
              </a:pPr>
              <a:endParaRPr lang="en-AU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while (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&lt; target)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/>
                <a:t>    write_line(</a:t>
              </a:r>
              <a:r>
                <a:rPr lang="en-AU" sz="1600" dirty="0" err="1"/>
                <a:t>i</a:t>
              </a:r>
              <a:r>
                <a:rPr lang="en-AU" sz="1600" dirty="0"/>
                <a:t>);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   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++;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  <a:endParaRPr lang="en-AU" sz="1600" dirty="0"/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DBCA10F-924D-E145-7FF6-9A1953DEE281}"/>
                </a:ext>
              </a:extLst>
            </p:cNvPr>
            <p:cNvGrpSpPr/>
            <p:nvPr/>
          </p:nvGrpSpPr>
          <p:grpSpPr>
            <a:xfrm>
              <a:off x="231271" y="917189"/>
              <a:ext cx="1274409" cy="625877"/>
              <a:chOff x="1357821" y="4757683"/>
              <a:chExt cx="1274409" cy="625877"/>
            </a:xfrm>
          </p:grpSpPr>
          <p:pic>
            <p:nvPicPr>
              <p:cNvPr id="13" name="Picture 12" descr="A black square with white lines&#10;&#10;Description automatically generated">
                <a:extLst>
                  <a:ext uri="{FF2B5EF4-FFF2-40B4-BE49-F238E27FC236}">
                    <a16:creationId xmlns:a16="http://schemas.microsoft.com/office/drawing/2014/main" id="{9975BC6B-61F7-6B1E-178A-EB5A5CF841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 amt="30000"/>
              </a:blip>
              <a:stretch>
                <a:fillRect/>
              </a:stretch>
            </p:blipFill>
            <p:spPr>
              <a:xfrm>
                <a:off x="1950895" y="4757683"/>
                <a:ext cx="681335" cy="625877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1E6B770-730F-7A2F-0BCC-DFD2371C6F55}"/>
                  </a:ext>
                </a:extLst>
              </p:cNvPr>
              <p:cNvSpPr txBox="1"/>
              <p:nvPr/>
            </p:nvSpPr>
            <p:spPr>
              <a:xfrm>
                <a:off x="1357821" y="4843378"/>
                <a:ext cx="5549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CPU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66A45FBB-357A-5752-2DFB-F3411E54BC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5574844"/>
                <a:ext cx="0" cy="190856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5C1771-9148-68B9-A280-04E3AC16818D}"/>
                </a:ext>
              </a:extLst>
            </p:cNvPr>
            <p:cNvSpPr/>
            <p:nvPr/>
          </p:nvSpPr>
          <p:spPr>
            <a:xfrm>
              <a:off x="1949880" y="721827"/>
              <a:ext cx="286544" cy="354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92466" y="375300"/>
              <a:ext cx="5430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23EAA83-709B-AEE7-421F-1B29939E5711}"/>
                </a:ext>
              </a:extLst>
            </p:cNvPr>
            <p:cNvSpPr txBox="1"/>
            <p:nvPr/>
          </p:nvSpPr>
          <p:spPr>
            <a:xfrm>
              <a:off x="3349154" y="488520"/>
              <a:ext cx="39711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Count to: 10</a:t>
              </a:r>
            </a:p>
            <a:p>
              <a:r>
                <a:rPr lang="en-US" dirty="0"/>
                <a:t>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FDFA45D-FB80-7473-15AD-5510CE9817D2}"/>
              </a:ext>
            </a:extLst>
          </p:cNvPr>
          <p:cNvGrpSpPr/>
          <p:nvPr/>
        </p:nvGrpSpPr>
        <p:grpSpPr>
          <a:xfrm>
            <a:off x="1912319" y="1844967"/>
            <a:ext cx="407468" cy="1985358"/>
            <a:chOff x="1668759" y="-13958058"/>
            <a:chExt cx="487848" cy="22198517"/>
          </a:xfrm>
        </p:grpSpPr>
        <p:cxnSp>
          <p:nvCxnSpPr>
            <p:cNvPr id="22" name="Straight Arrow Connector 55">
              <a:extLst>
                <a:ext uri="{FF2B5EF4-FFF2-40B4-BE49-F238E27FC236}">
                  <a16:creationId xmlns:a16="http://schemas.microsoft.com/office/drawing/2014/main" id="{983D9F78-2D6B-5B7B-1CC8-21E49EACB0D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4D23E4E-CD3B-49CB-B537-83E58C7B9B9B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8E9DCD-E5A8-3317-BAA2-D65D58276E91}"/>
              </a:ext>
            </a:extLst>
          </p:cNvPr>
          <p:cNvGrpSpPr/>
          <p:nvPr/>
        </p:nvGrpSpPr>
        <p:grpSpPr>
          <a:xfrm>
            <a:off x="325682" y="1650882"/>
            <a:ext cx="1503543" cy="682835"/>
            <a:chOff x="325682" y="1650882"/>
            <a:chExt cx="1503543" cy="68283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DB30B2-CAEA-6F1D-5E94-E5E8075C3320}"/>
                </a:ext>
              </a:extLst>
            </p:cNvPr>
            <p:cNvSpPr txBox="1"/>
            <p:nvPr/>
          </p:nvSpPr>
          <p:spPr>
            <a:xfrm>
              <a:off x="325682" y="1650882"/>
              <a:ext cx="2375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i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A8531FB-5BD7-FF39-4AA3-DDCD7DC84372}"/>
                </a:ext>
              </a:extLst>
            </p:cNvPr>
            <p:cNvSpPr/>
            <p:nvPr/>
          </p:nvSpPr>
          <p:spPr>
            <a:xfrm>
              <a:off x="378434" y="2014756"/>
              <a:ext cx="1450791" cy="307777"/>
            </a:xfrm>
            <a:custGeom>
              <a:avLst/>
              <a:gdLst>
                <a:gd name="connsiteX0" fmla="*/ 0 w 1450791"/>
                <a:gd name="connsiteY0" fmla="*/ 0 h 307777"/>
                <a:gd name="connsiteX1" fmla="*/ 469089 w 1450791"/>
                <a:gd name="connsiteY1" fmla="*/ 0 h 307777"/>
                <a:gd name="connsiteX2" fmla="*/ 909162 w 1450791"/>
                <a:gd name="connsiteY2" fmla="*/ 0 h 307777"/>
                <a:gd name="connsiteX3" fmla="*/ 1450791 w 1450791"/>
                <a:gd name="connsiteY3" fmla="*/ 0 h 307777"/>
                <a:gd name="connsiteX4" fmla="*/ 1450791 w 1450791"/>
                <a:gd name="connsiteY4" fmla="*/ 307777 h 307777"/>
                <a:gd name="connsiteX5" fmla="*/ 996210 w 1450791"/>
                <a:gd name="connsiteY5" fmla="*/ 307777 h 307777"/>
                <a:gd name="connsiteX6" fmla="*/ 483597 w 1450791"/>
                <a:gd name="connsiteY6" fmla="*/ 307777 h 307777"/>
                <a:gd name="connsiteX7" fmla="*/ 0 w 1450791"/>
                <a:gd name="connsiteY7" fmla="*/ 307777 h 307777"/>
                <a:gd name="connsiteX8" fmla="*/ 0 w 1450791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0791" h="307777" extrusionOk="0">
                  <a:moveTo>
                    <a:pt x="0" y="0"/>
                  </a:moveTo>
                  <a:cubicBezTo>
                    <a:pt x="150675" y="-4249"/>
                    <a:pt x="352734" y="-14730"/>
                    <a:pt x="469089" y="0"/>
                  </a:cubicBezTo>
                  <a:cubicBezTo>
                    <a:pt x="585444" y="14730"/>
                    <a:pt x="789481" y="20990"/>
                    <a:pt x="909162" y="0"/>
                  </a:cubicBezTo>
                  <a:cubicBezTo>
                    <a:pt x="1028843" y="-20990"/>
                    <a:pt x="1242402" y="2768"/>
                    <a:pt x="1450791" y="0"/>
                  </a:cubicBezTo>
                  <a:cubicBezTo>
                    <a:pt x="1456229" y="133970"/>
                    <a:pt x="1446634" y="197125"/>
                    <a:pt x="1450791" y="307777"/>
                  </a:cubicBezTo>
                  <a:cubicBezTo>
                    <a:pt x="1333195" y="294757"/>
                    <a:pt x="1100499" y="330196"/>
                    <a:pt x="996210" y="307777"/>
                  </a:cubicBezTo>
                  <a:cubicBezTo>
                    <a:pt x="891921" y="285358"/>
                    <a:pt x="589493" y="289357"/>
                    <a:pt x="483597" y="307777"/>
                  </a:cubicBezTo>
                  <a:cubicBezTo>
                    <a:pt x="377701" y="326197"/>
                    <a:pt x="104073" y="295228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530C79D-6878-EEC9-8215-CF71B99487FE}"/>
                </a:ext>
              </a:extLst>
            </p:cNvPr>
            <p:cNvSpPr txBox="1"/>
            <p:nvPr/>
          </p:nvSpPr>
          <p:spPr>
            <a:xfrm>
              <a:off x="843230" y="1964385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 0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15B8C74-CAF6-78EC-EC24-CE76D331C9A5}"/>
              </a:ext>
            </a:extLst>
          </p:cNvPr>
          <p:cNvGrpSpPr/>
          <p:nvPr/>
        </p:nvGrpSpPr>
        <p:grpSpPr>
          <a:xfrm>
            <a:off x="295207" y="2308383"/>
            <a:ext cx="1503543" cy="682835"/>
            <a:chOff x="295207" y="2308383"/>
            <a:chExt cx="1503543" cy="68283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D3D50E9-AD72-025C-1E60-4786F0E2972C}"/>
                </a:ext>
              </a:extLst>
            </p:cNvPr>
            <p:cNvSpPr txBox="1"/>
            <p:nvPr/>
          </p:nvSpPr>
          <p:spPr>
            <a:xfrm>
              <a:off x="295207" y="2308383"/>
              <a:ext cx="7446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target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84138EA-6855-AAF4-CAA0-1DB5B0E8E770}"/>
                </a:ext>
              </a:extLst>
            </p:cNvPr>
            <p:cNvSpPr/>
            <p:nvPr/>
          </p:nvSpPr>
          <p:spPr>
            <a:xfrm>
              <a:off x="347959" y="2672257"/>
              <a:ext cx="1450791" cy="307777"/>
            </a:xfrm>
            <a:custGeom>
              <a:avLst/>
              <a:gdLst>
                <a:gd name="connsiteX0" fmla="*/ 0 w 1450791"/>
                <a:gd name="connsiteY0" fmla="*/ 0 h 307777"/>
                <a:gd name="connsiteX1" fmla="*/ 469089 w 1450791"/>
                <a:gd name="connsiteY1" fmla="*/ 0 h 307777"/>
                <a:gd name="connsiteX2" fmla="*/ 909162 w 1450791"/>
                <a:gd name="connsiteY2" fmla="*/ 0 h 307777"/>
                <a:gd name="connsiteX3" fmla="*/ 1450791 w 1450791"/>
                <a:gd name="connsiteY3" fmla="*/ 0 h 307777"/>
                <a:gd name="connsiteX4" fmla="*/ 1450791 w 1450791"/>
                <a:gd name="connsiteY4" fmla="*/ 307777 h 307777"/>
                <a:gd name="connsiteX5" fmla="*/ 996210 w 1450791"/>
                <a:gd name="connsiteY5" fmla="*/ 307777 h 307777"/>
                <a:gd name="connsiteX6" fmla="*/ 483597 w 1450791"/>
                <a:gd name="connsiteY6" fmla="*/ 307777 h 307777"/>
                <a:gd name="connsiteX7" fmla="*/ 0 w 1450791"/>
                <a:gd name="connsiteY7" fmla="*/ 307777 h 307777"/>
                <a:gd name="connsiteX8" fmla="*/ 0 w 1450791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0791" h="307777" extrusionOk="0">
                  <a:moveTo>
                    <a:pt x="0" y="0"/>
                  </a:moveTo>
                  <a:cubicBezTo>
                    <a:pt x="150675" y="-4249"/>
                    <a:pt x="352734" y="-14730"/>
                    <a:pt x="469089" y="0"/>
                  </a:cubicBezTo>
                  <a:cubicBezTo>
                    <a:pt x="585444" y="14730"/>
                    <a:pt x="789481" y="20990"/>
                    <a:pt x="909162" y="0"/>
                  </a:cubicBezTo>
                  <a:cubicBezTo>
                    <a:pt x="1028843" y="-20990"/>
                    <a:pt x="1242402" y="2768"/>
                    <a:pt x="1450791" y="0"/>
                  </a:cubicBezTo>
                  <a:cubicBezTo>
                    <a:pt x="1456229" y="133970"/>
                    <a:pt x="1446634" y="197125"/>
                    <a:pt x="1450791" y="307777"/>
                  </a:cubicBezTo>
                  <a:cubicBezTo>
                    <a:pt x="1333195" y="294757"/>
                    <a:pt x="1100499" y="330196"/>
                    <a:pt x="996210" y="307777"/>
                  </a:cubicBezTo>
                  <a:cubicBezTo>
                    <a:pt x="891921" y="285358"/>
                    <a:pt x="589493" y="289357"/>
                    <a:pt x="483597" y="307777"/>
                  </a:cubicBezTo>
                  <a:cubicBezTo>
                    <a:pt x="377701" y="326197"/>
                    <a:pt x="104073" y="295228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bg1">
                  <a:lumMod val="6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ECD8810-B266-44B2-4A31-B1A74ADBE025}"/>
                </a:ext>
              </a:extLst>
            </p:cNvPr>
            <p:cNvSpPr txBox="1"/>
            <p:nvPr/>
          </p:nvSpPr>
          <p:spPr>
            <a:xfrm>
              <a:off x="812755" y="2621886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10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58797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9D1400-153A-0626-FCB1-82473C4A95BC}"/>
              </a:ext>
            </a:extLst>
          </p:cNvPr>
          <p:cNvGrpSpPr/>
          <p:nvPr/>
        </p:nvGrpSpPr>
        <p:grpSpPr>
          <a:xfrm>
            <a:off x="229043" y="21831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75695" y="-2411580"/>
              <a:ext cx="5046276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int 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=  0;</a:t>
              </a:r>
            </a:p>
            <a:p>
              <a:pPr marL="342900" indent="-342900" rtl="0">
                <a:buFont typeface="+mj-lt"/>
                <a:buAutoNum type="arabicPeriod" startAt="6"/>
              </a:pPr>
              <a:endParaRPr lang="en-AU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while (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&lt; target)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   write_line(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);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/>
                <a:t>    </a:t>
              </a:r>
              <a:r>
                <a:rPr lang="en-AU" sz="1600" dirty="0" err="1"/>
                <a:t>i</a:t>
              </a:r>
              <a:r>
                <a:rPr lang="en-AU" sz="1600" dirty="0"/>
                <a:t>++;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  <a:endParaRPr lang="en-AU" sz="1600" dirty="0"/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DBCA10F-924D-E145-7FF6-9A1953DEE281}"/>
                </a:ext>
              </a:extLst>
            </p:cNvPr>
            <p:cNvGrpSpPr/>
            <p:nvPr/>
          </p:nvGrpSpPr>
          <p:grpSpPr>
            <a:xfrm>
              <a:off x="231271" y="917189"/>
              <a:ext cx="1274409" cy="625877"/>
              <a:chOff x="1357821" y="4757683"/>
              <a:chExt cx="1274409" cy="625877"/>
            </a:xfrm>
          </p:grpSpPr>
          <p:pic>
            <p:nvPicPr>
              <p:cNvPr id="13" name="Picture 12" descr="A black square with white lines&#10;&#10;Description automatically generated">
                <a:extLst>
                  <a:ext uri="{FF2B5EF4-FFF2-40B4-BE49-F238E27FC236}">
                    <a16:creationId xmlns:a16="http://schemas.microsoft.com/office/drawing/2014/main" id="{9975BC6B-61F7-6B1E-178A-EB5A5CF841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 amt="30000"/>
              </a:blip>
              <a:stretch>
                <a:fillRect/>
              </a:stretch>
            </p:blipFill>
            <p:spPr>
              <a:xfrm>
                <a:off x="1950895" y="4757683"/>
                <a:ext cx="681335" cy="625877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1E6B770-730F-7A2F-0BCC-DFD2371C6F55}"/>
                  </a:ext>
                </a:extLst>
              </p:cNvPr>
              <p:cNvSpPr txBox="1"/>
              <p:nvPr/>
            </p:nvSpPr>
            <p:spPr>
              <a:xfrm>
                <a:off x="1357821" y="4843378"/>
                <a:ext cx="5549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CPU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66A45FBB-357A-5752-2DFB-F3411E54BC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5574842"/>
                <a:ext cx="0" cy="190856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5C1771-9148-68B9-A280-04E3AC16818D}"/>
                </a:ext>
              </a:extLst>
            </p:cNvPr>
            <p:cNvSpPr/>
            <p:nvPr/>
          </p:nvSpPr>
          <p:spPr>
            <a:xfrm>
              <a:off x="1949880" y="721827"/>
              <a:ext cx="286544" cy="354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10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92466" y="375300"/>
              <a:ext cx="6884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11, 7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FDFA45D-FB80-7473-15AD-5510CE9817D2}"/>
              </a:ext>
            </a:extLst>
          </p:cNvPr>
          <p:cNvGrpSpPr/>
          <p:nvPr/>
        </p:nvGrpSpPr>
        <p:grpSpPr>
          <a:xfrm>
            <a:off x="1912319" y="2088681"/>
            <a:ext cx="407468" cy="1677227"/>
            <a:chOff x="1668759" y="-13958058"/>
            <a:chExt cx="487848" cy="22198517"/>
          </a:xfrm>
        </p:grpSpPr>
        <p:cxnSp>
          <p:nvCxnSpPr>
            <p:cNvPr id="22" name="Straight Arrow Connector 55">
              <a:extLst>
                <a:ext uri="{FF2B5EF4-FFF2-40B4-BE49-F238E27FC236}">
                  <a16:creationId xmlns:a16="http://schemas.microsoft.com/office/drawing/2014/main" id="{983D9F78-2D6B-5B7B-1CC8-21E49EACB0D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4D23E4E-CD3B-49CB-B537-83E58C7B9B9B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8E9DCD-E5A8-3317-BAA2-D65D58276E91}"/>
              </a:ext>
            </a:extLst>
          </p:cNvPr>
          <p:cNvGrpSpPr/>
          <p:nvPr/>
        </p:nvGrpSpPr>
        <p:grpSpPr>
          <a:xfrm>
            <a:off x="325682" y="1650882"/>
            <a:ext cx="1503543" cy="692460"/>
            <a:chOff x="325682" y="1650882"/>
            <a:chExt cx="1503543" cy="69246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DB30B2-CAEA-6F1D-5E94-E5E8075C3320}"/>
                </a:ext>
              </a:extLst>
            </p:cNvPr>
            <p:cNvSpPr txBox="1"/>
            <p:nvPr/>
          </p:nvSpPr>
          <p:spPr>
            <a:xfrm>
              <a:off x="325682" y="1650882"/>
              <a:ext cx="2375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i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A8531FB-5BD7-FF39-4AA3-DDCD7DC84372}"/>
                </a:ext>
              </a:extLst>
            </p:cNvPr>
            <p:cNvSpPr/>
            <p:nvPr/>
          </p:nvSpPr>
          <p:spPr>
            <a:xfrm>
              <a:off x="378434" y="2014756"/>
              <a:ext cx="1450791" cy="307777"/>
            </a:xfrm>
            <a:custGeom>
              <a:avLst/>
              <a:gdLst>
                <a:gd name="connsiteX0" fmla="*/ 0 w 1450791"/>
                <a:gd name="connsiteY0" fmla="*/ 0 h 307777"/>
                <a:gd name="connsiteX1" fmla="*/ 469089 w 1450791"/>
                <a:gd name="connsiteY1" fmla="*/ 0 h 307777"/>
                <a:gd name="connsiteX2" fmla="*/ 909162 w 1450791"/>
                <a:gd name="connsiteY2" fmla="*/ 0 h 307777"/>
                <a:gd name="connsiteX3" fmla="*/ 1450791 w 1450791"/>
                <a:gd name="connsiteY3" fmla="*/ 0 h 307777"/>
                <a:gd name="connsiteX4" fmla="*/ 1450791 w 1450791"/>
                <a:gd name="connsiteY4" fmla="*/ 307777 h 307777"/>
                <a:gd name="connsiteX5" fmla="*/ 996210 w 1450791"/>
                <a:gd name="connsiteY5" fmla="*/ 307777 h 307777"/>
                <a:gd name="connsiteX6" fmla="*/ 483597 w 1450791"/>
                <a:gd name="connsiteY6" fmla="*/ 307777 h 307777"/>
                <a:gd name="connsiteX7" fmla="*/ 0 w 1450791"/>
                <a:gd name="connsiteY7" fmla="*/ 307777 h 307777"/>
                <a:gd name="connsiteX8" fmla="*/ 0 w 1450791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0791" h="307777" extrusionOk="0">
                  <a:moveTo>
                    <a:pt x="0" y="0"/>
                  </a:moveTo>
                  <a:cubicBezTo>
                    <a:pt x="150675" y="-4249"/>
                    <a:pt x="352734" y="-14730"/>
                    <a:pt x="469089" y="0"/>
                  </a:cubicBezTo>
                  <a:cubicBezTo>
                    <a:pt x="585444" y="14730"/>
                    <a:pt x="789481" y="20990"/>
                    <a:pt x="909162" y="0"/>
                  </a:cubicBezTo>
                  <a:cubicBezTo>
                    <a:pt x="1028843" y="-20990"/>
                    <a:pt x="1242402" y="2768"/>
                    <a:pt x="1450791" y="0"/>
                  </a:cubicBezTo>
                  <a:cubicBezTo>
                    <a:pt x="1456229" y="133970"/>
                    <a:pt x="1446634" y="197125"/>
                    <a:pt x="1450791" y="307777"/>
                  </a:cubicBezTo>
                  <a:cubicBezTo>
                    <a:pt x="1333195" y="294757"/>
                    <a:pt x="1100499" y="330196"/>
                    <a:pt x="996210" y="307777"/>
                  </a:cubicBezTo>
                  <a:cubicBezTo>
                    <a:pt x="891921" y="285358"/>
                    <a:pt x="589493" y="289357"/>
                    <a:pt x="483597" y="307777"/>
                  </a:cubicBezTo>
                  <a:cubicBezTo>
                    <a:pt x="377701" y="326197"/>
                    <a:pt x="104073" y="295228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530C79D-6878-EEC9-8215-CF71B99487FE}"/>
                </a:ext>
              </a:extLst>
            </p:cNvPr>
            <p:cNvSpPr txBox="1"/>
            <p:nvPr/>
          </p:nvSpPr>
          <p:spPr>
            <a:xfrm>
              <a:off x="467847" y="1974010"/>
              <a:ext cx="47573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  0   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12EF909-F866-DAF9-C4AC-772A2C25B4FE}"/>
              </a:ext>
            </a:extLst>
          </p:cNvPr>
          <p:cNvGrpSpPr/>
          <p:nvPr/>
        </p:nvGrpSpPr>
        <p:grpSpPr>
          <a:xfrm>
            <a:off x="295207" y="2308383"/>
            <a:ext cx="1503543" cy="682835"/>
            <a:chOff x="295207" y="2308383"/>
            <a:chExt cx="1503543" cy="682835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33A1DC5-F284-8748-0065-DB9AD577EF11}"/>
                </a:ext>
              </a:extLst>
            </p:cNvPr>
            <p:cNvSpPr txBox="1"/>
            <p:nvPr/>
          </p:nvSpPr>
          <p:spPr>
            <a:xfrm>
              <a:off x="295207" y="2308383"/>
              <a:ext cx="7446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target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DE993F1-AA93-33D3-C742-1B714BC0A495}"/>
                </a:ext>
              </a:extLst>
            </p:cNvPr>
            <p:cNvSpPr/>
            <p:nvPr/>
          </p:nvSpPr>
          <p:spPr>
            <a:xfrm>
              <a:off x="347959" y="2672257"/>
              <a:ext cx="1450791" cy="307777"/>
            </a:xfrm>
            <a:custGeom>
              <a:avLst/>
              <a:gdLst>
                <a:gd name="connsiteX0" fmla="*/ 0 w 1450791"/>
                <a:gd name="connsiteY0" fmla="*/ 0 h 307777"/>
                <a:gd name="connsiteX1" fmla="*/ 469089 w 1450791"/>
                <a:gd name="connsiteY1" fmla="*/ 0 h 307777"/>
                <a:gd name="connsiteX2" fmla="*/ 909162 w 1450791"/>
                <a:gd name="connsiteY2" fmla="*/ 0 h 307777"/>
                <a:gd name="connsiteX3" fmla="*/ 1450791 w 1450791"/>
                <a:gd name="connsiteY3" fmla="*/ 0 h 307777"/>
                <a:gd name="connsiteX4" fmla="*/ 1450791 w 1450791"/>
                <a:gd name="connsiteY4" fmla="*/ 307777 h 307777"/>
                <a:gd name="connsiteX5" fmla="*/ 996210 w 1450791"/>
                <a:gd name="connsiteY5" fmla="*/ 307777 h 307777"/>
                <a:gd name="connsiteX6" fmla="*/ 483597 w 1450791"/>
                <a:gd name="connsiteY6" fmla="*/ 307777 h 307777"/>
                <a:gd name="connsiteX7" fmla="*/ 0 w 1450791"/>
                <a:gd name="connsiteY7" fmla="*/ 307777 h 307777"/>
                <a:gd name="connsiteX8" fmla="*/ 0 w 1450791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0791" h="307777" extrusionOk="0">
                  <a:moveTo>
                    <a:pt x="0" y="0"/>
                  </a:moveTo>
                  <a:cubicBezTo>
                    <a:pt x="150675" y="-4249"/>
                    <a:pt x="352734" y="-14730"/>
                    <a:pt x="469089" y="0"/>
                  </a:cubicBezTo>
                  <a:cubicBezTo>
                    <a:pt x="585444" y="14730"/>
                    <a:pt x="789481" y="20990"/>
                    <a:pt x="909162" y="0"/>
                  </a:cubicBezTo>
                  <a:cubicBezTo>
                    <a:pt x="1028843" y="-20990"/>
                    <a:pt x="1242402" y="2768"/>
                    <a:pt x="1450791" y="0"/>
                  </a:cubicBezTo>
                  <a:cubicBezTo>
                    <a:pt x="1456229" y="133970"/>
                    <a:pt x="1446634" y="197125"/>
                    <a:pt x="1450791" y="307777"/>
                  </a:cubicBezTo>
                  <a:cubicBezTo>
                    <a:pt x="1333195" y="294757"/>
                    <a:pt x="1100499" y="330196"/>
                    <a:pt x="996210" y="307777"/>
                  </a:cubicBezTo>
                  <a:cubicBezTo>
                    <a:pt x="891921" y="285358"/>
                    <a:pt x="589493" y="289357"/>
                    <a:pt x="483597" y="307777"/>
                  </a:cubicBezTo>
                  <a:cubicBezTo>
                    <a:pt x="377701" y="326197"/>
                    <a:pt x="104073" y="295228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bg1">
                  <a:lumMod val="6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753747D-28F5-57FE-12AF-5892C6CF1193}"/>
                </a:ext>
              </a:extLst>
            </p:cNvPr>
            <p:cNvSpPr txBox="1"/>
            <p:nvPr/>
          </p:nvSpPr>
          <p:spPr>
            <a:xfrm>
              <a:off x="812755" y="2621886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10</a:t>
              </a:r>
            </a:p>
          </p:txBody>
        </p:sp>
      </p:grpSp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DA4F72B4-39C2-1A30-F76E-B9A65B7F60F3}"/>
              </a:ext>
            </a:extLst>
          </p:cNvPr>
          <p:cNvCxnSpPr>
            <a:cxnSpLocks/>
          </p:cNvCxnSpPr>
          <p:nvPr/>
        </p:nvCxnSpPr>
        <p:spPr>
          <a:xfrm>
            <a:off x="986944" y="2165884"/>
            <a:ext cx="298436" cy="1270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2">
                <a:lumMod val="75000"/>
              </a:schemeClr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6F7ED963-52BA-4F23-9779-C2C5BC3647B8}"/>
              </a:ext>
            </a:extLst>
          </p:cNvPr>
          <p:cNvCxnSpPr>
            <a:cxnSpLocks/>
          </p:cNvCxnSpPr>
          <p:nvPr/>
        </p:nvCxnSpPr>
        <p:spPr>
          <a:xfrm>
            <a:off x="581085" y="2164278"/>
            <a:ext cx="298436" cy="12702"/>
          </a:xfrm>
          <a:prstGeom prst="curvedConnector3">
            <a:avLst>
              <a:gd name="adj1" fmla="val 50000"/>
            </a:avLst>
          </a:prstGeom>
          <a:ln w="38100">
            <a:solidFill>
              <a:schemeClr val="bg1">
                <a:lumMod val="65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5695B445-5B9A-5112-4730-C7EF8407BD42}"/>
              </a:ext>
            </a:extLst>
          </p:cNvPr>
          <p:cNvSpPr txBox="1"/>
          <p:nvPr/>
        </p:nvSpPr>
        <p:spPr>
          <a:xfrm>
            <a:off x="1304634" y="1989039"/>
            <a:ext cx="543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FFC947-BEC3-12FF-7F64-BE5C0C2E70D1}"/>
              </a:ext>
            </a:extLst>
          </p:cNvPr>
          <p:cNvSpPr txBox="1"/>
          <p:nvPr/>
        </p:nvSpPr>
        <p:spPr>
          <a:xfrm>
            <a:off x="3346926" y="3597018"/>
            <a:ext cx="39711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Count to: 10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5194965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9D1400-153A-0626-FCB1-82473C4A95BC}"/>
              </a:ext>
            </a:extLst>
          </p:cNvPr>
          <p:cNvGrpSpPr/>
          <p:nvPr/>
        </p:nvGrpSpPr>
        <p:grpSpPr>
          <a:xfrm>
            <a:off x="229043" y="21831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75695" y="-2411580"/>
              <a:ext cx="5046276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int 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=  0;</a:t>
              </a:r>
            </a:p>
            <a:p>
              <a:pPr marL="342900" indent="-342900" rtl="0">
                <a:buFont typeface="+mj-lt"/>
                <a:buAutoNum type="arabicPeriod" startAt="6"/>
              </a:pPr>
              <a:endParaRPr lang="en-AU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/>
                <a:t>while (</a:t>
              </a:r>
              <a:r>
                <a:rPr lang="en-AU" sz="1600" dirty="0" err="1"/>
                <a:t>i</a:t>
              </a:r>
              <a:r>
                <a:rPr lang="en-AU" sz="1600" dirty="0"/>
                <a:t> &lt; target)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   write_line(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);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   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++;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  <a:endParaRPr lang="en-AU" sz="1600" dirty="0"/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DBCA10F-924D-E145-7FF6-9A1953DEE281}"/>
                </a:ext>
              </a:extLst>
            </p:cNvPr>
            <p:cNvGrpSpPr/>
            <p:nvPr/>
          </p:nvGrpSpPr>
          <p:grpSpPr>
            <a:xfrm>
              <a:off x="231271" y="917189"/>
              <a:ext cx="1274409" cy="625877"/>
              <a:chOff x="1357821" y="4757683"/>
              <a:chExt cx="1274409" cy="625877"/>
            </a:xfrm>
          </p:grpSpPr>
          <p:pic>
            <p:nvPicPr>
              <p:cNvPr id="13" name="Picture 12" descr="A black square with white lines&#10;&#10;Description automatically generated">
                <a:extLst>
                  <a:ext uri="{FF2B5EF4-FFF2-40B4-BE49-F238E27FC236}">
                    <a16:creationId xmlns:a16="http://schemas.microsoft.com/office/drawing/2014/main" id="{9975BC6B-61F7-6B1E-178A-EB5A5CF841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 amt="30000"/>
              </a:blip>
              <a:stretch>
                <a:fillRect/>
              </a:stretch>
            </p:blipFill>
            <p:spPr>
              <a:xfrm>
                <a:off x="1950895" y="4757683"/>
                <a:ext cx="681335" cy="625877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1E6B770-730F-7A2F-0BCC-DFD2371C6F55}"/>
                  </a:ext>
                </a:extLst>
              </p:cNvPr>
              <p:cNvSpPr txBox="1"/>
              <p:nvPr/>
            </p:nvSpPr>
            <p:spPr>
              <a:xfrm>
                <a:off x="1357821" y="4843378"/>
                <a:ext cx="5549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CPU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5C1771-9148-68B9-A280-04E3AC16818D}"/>
                </a:ext>
              </a:extLst>
            </p:cNvPr>
            <p:cNvSpPr/>
            <p:nvPr/>
          </p:nvSpPr>
          <p:spPr>
            <a:xfrm>
              <a:off x="1949880" y="721827"/>
              <a:ext cx="286544" cy="354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92466" y="375300"/>
              <a:ext cx="5430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8, 9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FDFA45D-FB80-7473-15AD-5510CE9817D2}"/>
              </a:ext>
            </a:extLst>
          </p:cNvPr>
          <p:cNvGrpSpPr/>
          <p:nvPr/>
        </p:nvGrpSpPr>
        <p:grpSpPr>
          <a:xfrm>
            <a:off x="1912319" y="1366787"/>
            <a:ext cx="407468" cy="2539579"/>
            <a:chOff x="1668759" y="-13958058"/>
            <a:chExt cx="487848" cy="22198517"/>
          </a:xfrm>
        </p:grpSpPr>
        <p:cxnSp>
          <p:nvCxnSpPr>
            <p:cNvPr id="22" name="Straight Arrow Connector 55">
              <a:extLst>
                <a:ext uri="{FF2B5EF4-FFF2-40B4-BE49-F238E27FC236}">
                  <a16:creationId xmlns:a16="http://schemas.microsoft.com/office/drawing/2014/main" id="{983D9F78-2D6B-5B7B-1CC8-21E49EACB0D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4D23E4E-CD3B-49CB-B537-83E58C7B9B9B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8E9DCD-E5A8-3317-BAA2-D65D58276E91}"/>
              </a:ext>
            </a:extLst>
          </p:cNvPr>
          <p:cNvGrpSpPr/>
          <p:nvPr/>
        </p:nvGrpSpPr>
        <p:grpSpPr>
          <a:xfrm>
            <a:off x="325682" y="1650882"/>
            <a:ext cx="1503543" cy="671651"/>
            <a:chOff x="325682" y="1650882"/>
            <a:chExt cx="1503543" cy="67165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DB30B2-CAEA-6F1D-5E94-E5E8075C3320}"/>
                </a:ext>
              </a:extLst>
            </p:cNvPr>
            <p:cNvSpPr txBox="1"/>
            <p:nvPr/>
          </p:nvSpPr>
          <p:spPr>
            <a:xfrm>
              <a:off x="325682" y="1650882"/>
              <a:ext cx="2375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i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A8531FB-5BD7-FF39-4AA3-DDCD7DC84372}"/>
                </a:ext>
              </a:extLst>
            </p:cNvPr>
            <p:cNvSpPr/>
            <p:nvPr/>
          </p:nvSpPr>
          <p:spPr>
            <a:xfrm>
              <a:off x="378434" y="2014756"/>
              <a:ext cx="1450791" cy="307777"/>
            </a:xfrm>
            <a:custGeom>
              <a:avLst/>
              <a:gdLst>
                <a:gd name="connsiteX0" fmla="*/ 0 w 1450791"/>
                <a:gd name="connsiteY0" fmla="*/ 0 h 307777"/>
                <a:gd name="connsiteX1" fmla="*/ 469089 w 1450791"/>
                <a:gd name="connsiteY1" fmla="*/ 0 h 307777"/>
                <a:gd name="connsiteX2" fmla="*/ 909162 w 1450791"/>
                <a:gd name="connsiteY2" fmla="*/ 0 h 307777"/>
                <a:gd name="connsiteX3" fmla="*/ 1450791 w 1450791"/>
                <a:gd name="connsiteY3" fmla="*/ 0 h 307777"/>
                <a:gd name="connsiteX4" fmla="*/ 1450791 w 1450791"/>
                <a:gd name="connsiteY4" fmla="*/ 307777 h 307777"/>
                <a:gd name="connsiteX5" fmla="*/ 996210 w 1450791"/>
                <a:gd name="connsiteY5" fmla="*/ 307777 h 307777"/>
                <a:gd name="connsiteX6" fmla="*/ 483597 w 1450791"/>
                <a:gd name="connsiteY6" fmla="*/ 307777 h 307777"/>
                <a:gd name="connsiteX7" fmla="*/ 0 w 1450791"/>
                <a:gd name="connsiteY7" fmla="*/ 307777 h 307777"/>
                <a:gd name="connsiteX8" fmla="*/ 0 w 1450791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0791" h="307777" extrusionOk="0">
                  <a:moveTo>
                    <a:pt x="0" y="0"/>
                  </a:moveTo>
                  <a:cubicBezTo>
                    <a:pt x="150675" y="-4249"/>
                    <a:pt x="352734" y="-14730"/>
                    <a:pt x="469089" y="0"/>
                  </a:cubicBezTo>
                  <a:cubicBezTo>
                    <a:pt x="585444" y="14730"/>
                    <a:pt x="789481" y="20990"/>
                    <a:pt x="909162" y="0"/>
                  </a:cubicBezTo>
                  <a:cubicBezTo>
                    <a:pt x="1028843" y="-20990"/>
                    <a:pt x="1242402" y="2768"/>
                    <a:pt x="1450791" y="0"/>
                  </a:cubicBezTo>
                  <a:cubicBezTo>
                    <a:pt x="1456229" y="133970"/>
                    <a:pt x="1446634" y="197125"/>
                    <a:pt x="1450791" y="307777"/>
                  </a:cubicBezTo>
                  <a:cubicBezTo>
                    <a:pt x="1333195" y="294757"/>
                    <a:pt x="1100499" y="330196"/>
                    <a:pt x="996210" y="307777"/>
                  </a:cubicBezTo>
                  <a:cubicBezTo>
                    <a:pt x="891921" y="285358"/>
                    <a:pt x="589493" y="289357"/>
                    <a:pt x="483597" y="307777"/>
                  </a:cubicBezTo>
                  <a:cubicBezTo>
                    <a:pt x="377701" y="326197"/>
                    <a:pt x="104073" y="295228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12EF909-F866-DAF9-C4AC-772A2C25B4FE}"/>
              </a:ext>
            </a:extLst>
          </p:cNvPr>
          <p:cNvGrpSpPr/>
          <p:nvPr/>
        </p:nvGrpSpPr>
        <p:grpSpPr>
          <a:xfrm>
            <a:off x="295207" y="2308383"/>
            <a:ext cx="1503543" cy="682835"/>
            <a:chOff x="295207" y="2308383"/>
            <a:chExt cx="1503543" cy="682835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33A1DC5-F284-8748-0065-DB9AD577EF11}"/>
                </a:ext>
              </a:extLst>
            </p:cNvPr>
            <p:cNvSpPr txBox="1"/>
            <p:nvPr/>
          </p:nvSpPr>
          <p:spPr>
            <a:xfrm>
              <a:off x="295207" y="2308383"/>
              <a:ext cx="7446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target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DE993F1-AA93-33D3-C742-1B714BC0A495}"/>
                </a:ext>
              </a:extLst>
            </p:cNvPr>
            <p:cNvSpPr/>
            <p:nvPr/>
          </p:nvSpPr>
          <p:spPr>
            <a:xfrm>
              <a:off x="347959" y="2672257"/>
              <a:ext cx="1450791" cy="307777"/>
            </a:xfrm>
            <a:custGeom>
              <a:avLst/>
              <a:gdLst>
                <a:gd name="connsiteX0" fmla="*/ 0 w 1450791"/>
                <a:gd name="connsiteY0" fmla="*/ 0 h 307777"/>
                <a:gd name="connsiteX1" fmla="*/ 469089 w 1450791"/>
                <a:gd name="connsiteY1" fmla="*/ 0 h 307777"/>
                <a:gd name="connsiteX2" fmla="*/ 909162 w 1450791"/>
                <a:gd name="connsiteY2" fmla="*/ 0 h 307777"/>
                <a:gd name="connsiteX3" fmla="*/ 1450791 w 1450791"/>
                <a:gd name="connsiteY3" fmla="*/ 0 h 307777"/>
                <a:gd name="connsiteX4" fmla="*/ 1450791 w 1450791"/>
                <a:gd name="connsiteY4" fmla="*/ 307777 h 307777"/>
                <a:gd name="connsiteX5" fmla="*/ 996210 w 1450791"/>
                <a:gd name="connsiteY5" fmla="*/ 307777 h 307777"/>
                <a:gd name="connsiteX6" fmla="*/ 483597 w 1450791"/>
                <a:gd name="connsiteY6" fmla="*/ 307777 h 307777"/>
                <a:gd name="connsiteX7" fmla="*/ 0 w 1450791"/>
                <a:gd name="connsiteY7" fmla="*/ 307777 h 307777"/>
                <a:gd name="connsiteX8" fmla="*/ 0 w 1450791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0791" h="307777" extrusionOk="0">
                  <a:moveTo>
                    <a:pt x="0" y="0"/>
                  </a:moveTo>
                  <a:cubicBezTo>
                    <a:pt x="150675" y="-4249"/>
                    <a:pt x="352734" y="-14730"/>
                    <a:pt x="469089" y="0"/>
                  </a:cubicBezTo>
                  <a:cubicBezTo>
                    <a:pt x="585444" y="14730"/>
                    <a:pt x="789481" y="20990"/>
                    <a:pt x="909162" y="0"/>
                  </a:cubicBezTo>
                  <a:cubicBezTo>
                    <a:pt x="1028843" y="-20990"/>
                    <a:pt x="1242402" y="2768"/>
                    <a:pt x="1450791" y="0"/>
                  </a:cubicBezTo>
                  <a:cubicBezTo>
                    <a:pt x="1456229" y="133970"/>
                    <a:pt x="1446634" y="197125"/>
                    <a:pt x="1450791" y="307777"/>
                  </a:cubicBezTo>
                  <a:cubicBezTo>
                    <a:pt x="1333195" y="294757"/>
                    <a:pt x="1100499" y="330196"/>
                    <a:pt x="996210" y="307777"/>
                  </a:cubicBezTo>
                  <a:cubicBezTo>
                    <a:pt x="891921" y="285358"/>
                    <a:pt x="589493" y="289357"/>
                    <a:pt x="483597" y="307777"/>
                  </a:cubicBezTo>
                  <a:cubicBezTo>
                    <a:pt x="377701" y="326197"/>
                    <a:pt x="104073" y="295228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753747D-28F5-57FE-12AF-5892C6CF1193}"/>
                </a:ext>
              </a:extLst>
            </p:cNvPr>
            <p:cNvSpPr txBox="1"/>
            <p:nvPr/>
          </p:nvSpPr>
          <p:spPr>
            <a:xfrm>
              <a:off x="812755" y="2621886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0CD23B59-D171-10B3-3821-6F5CE7928333}"/>
              </a:ext>
            </a:extLst>
          </p:cNvPr>
          <p:cNvSpPr txBox="1"/>
          <p:nvPr/>
        </p:nvSpPr>
        <p:spPr>
          <a:xfrm>
            <a:off x="890748" y="1989039"/>
            <a:ext cx="543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6EB520-C359-D283-A56D-1AB0C1A3B55C}"/>
              </a:ext>
            </a:extLst>
          </p:cNvPr>
          <p:cNvSpPr txBox="1"/>
          <p:nvPr/>
        </p:nvSpPr>
        <p:spPr>
          <a:xfrm>
            <a:off x="3346926" y="3597018"/>
            <a:ext cx="39711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Count to: 10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0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7641790-375F-A97E-41EF-5199A3E63A79}"/>
              </a:ext>
            </a:extLst>
          </p:cNvPr>
          <p:cNvCxnSpPr>
            <a:cxnSpLocks/>
          </p:cNvCxnSpPr>
          <p:nvPr/>
        </p:nvCxnSpPr>
        <p:spPr>
          <a:xfrm flipV="1">
            <a:off x="3473510" y="4224720"/>
            <a:ext cx="0" cy="155924"/>
          </a:xfrm>
          <a:prstGeom prst="line">
            <a:avLst/>
          </a:prstGeom>
          <a:ln w="254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39996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9D1400-153A-0626-FCB1-82473C4A95BC}"/>
              </a:ext>
            </a:extLst>
          </p:cNvPr>
          <p:cNvGrpSpPr/>
          <p:nvPr/>
        </p:nvGrpSpPr>
        <p:grpSpPr>
          <a:xfrm>
            <a:off x="229043" y="21831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75695" y="-2411580"/>
              <a:ext cx="5046276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int 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=  0;</a:t>
              </a:r>
            </a:p>
            <a:p>
              <a:pPr marL="342900" indent="-342900" rtl="0">
                <a:buFont typeface="+mj-lt"/>
                <a:buAutoNum type="arabicPeriod" startAt="6"/>
              </a:pPr>
              <a:endParaRPr lang="en-AU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while (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&lt; target)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/>
                <a:t>    write_line(</a:t>
              </a:r>
              <a:r>
                <a:rPr lang="en-AU" sz="1600" dirty="0" err="1"/>
                <a:t>i</a:t>
              </a:r>
              <a:r>
                <a:rPr lang="en-AU" sz="1600" dirty="0"/>
                <a:t>);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   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++;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DBCA10F-924D-E145-7FF6-9A1953DEE281}"/>
                </a:ext>
              </a:extLst>
            </p:cNvPr>
            <p:cNvGrpSpPr/>
            <p:nvPr/>
          </p:nvGrpSpPr>
          <p:grpSpPr>
            <a:xfrm>
              <a:off x="231271" y="917189"/>
              <a:ext cx="1274409" cy="625877"/>
              <a:chOff x="1357821" y="4757683"/>
              <a:chExt cx="1274409" cy="625877"/>
            </a:xfrm>
          </p:grpSpPr>
          <p:pic>
            <p:nvPicPr>
              <p:cNvPr id="13" name="Picture 12" descr="A black square with white lines&#10;&#10;Description automatically generated">
                <a:extLst>
                  <a:ext uri="{FF2B5EF4-FFF2-40B4-BE49-F238E27FC236}">
                    <a16:creationId xmlns:a16="http://schemas.microsoft.com/office/drawing/2014/main" id="{9975BC6B-61F7-6B1E-178A-EB5A5CF841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 amt="30000"/>
              </a:blip>
              <a:stretch>
                <a:fillRect/>
              </a:stretch>
            </p:blipFill>
            <p:spPr>
              <a:xfrm>
                <a:off x="1950895" y="4757683"/>
                <a:ext cx="681335" cy="625877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1E6B770-730F-7A2F-0BCC-DFD2371C6F55}"/>
                  </a:ext>
                </a:extLst>
              </p:cNvPr>
              <p:cNvSpPr txBox="1"/>
              <p:nvPr/>
            </p:nvSpPr>
            <p:spPr>
              <a:xfrm>
                <a:off x="1357821" y="4843378"/>
                <a:ext cx="5549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CPU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66A45FBB-357A-5752-2DFB-F3411E54BC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5942891"/>
                <a:ext cx="0" cy="190856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5C1771-9148-68B9-A280-04E3AC16818D}"/>
                </a:ext>
              </a:extLst>
            </p:cNvPr>
            <p:cNvSpPr/>
            <p:nvPr/>
          </p:nvSpPr>
          <p:spPr>
            <a:xfrm>
              <a:off x="1949880" y="721827"/>
              <a:ext cx="286544" cy="354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92466" y="375300"/>
              <a:ext cx="5430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FDFA45D-FB80-7473-15AD-5510CE9817D2}"/>
              </a:ext>
            </a:extLst>
          </p:cNvPr>
          <p:cNvGrpSpPr/>
          <p:nvPr/>
        </p:nvGrpSpPr>
        <p:grpSpPr>
          <a:xfrm>
            <a:off x="1912319" y="1844967"/>
            <a:ext cx="407468" cy="1985358"/>
            <a:chOff x="1668759" y="-13958058"/>
            <a:chExt cx="487848" cy="22198517"/>
          </a:xfrm>
        </p:grpSpPr>
        <p:cxnSp>
          <p:nvCxnSpPr>
            <p:cNvPr id="22" name="Straight Arrow Connector 55">
              <a:extLst>
                <a:ext uri="{FF2B5EF4-FFF2-40B4-BE49-F238E27FC236}">
                  <a16:creationId xmlns:a16="http://schemas.microsoft.com/office/drawing/2014/main" id="{983D9F78-2D6B-5B7B-1CC8-21E49EACB0D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4D23E4E-CD3B-49CB-B537-83E58C7B9B9B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8E9DCD-E5A8-3317-BAA2-D65D58276E91}"/>
              </a:ext>
            </a:extLst>
          </p:cNvPr>
          <p:cNvGrpSpPr/>
          <p:nvPr/>
        </p:nvGrpSpPr>
        <p:grpSpPr>
          <a:xfrm>
            <a:off x="325682" y="1650882"/>
            <a:ext cx="1503543" cy="671651"/>
            <a:chOff x="325682" y="1650882"/>
            <a:chExt cx="1503543" cy="67165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DB30B2-CAEA-6F1D-5E94-E5E8075C3320}"/>
                </a:ext>
              </a:extLst>
            </p:cNvPr>
            <p:cNvSpPr txBox="1"/>
            <p:nvPr/>
          </p:nvSpPr>
          <p:spPr>
            <a:xfrm>
              <a:off x="325682" y="1650882"/>
              <a:ext cx="2375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endParaRPr lang="en-US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A8531FB-5BD7-FF39-4AA3-DDCD7DC84372}"/>
                </a:ext>
              </a:extLst>
            </p:cNvPr>
            <p:cNvSpPr/>
            <p:nvPr/>
          </p:nvSpPr>
          <p:spPr>
            <a:xfrm>
              <a:off x="378434" y="2014756"/>
              <a:ext cx="1450791" cy="307777"/>
            </a:xfrm>
            <a:custGeom>
              <a:avLst/>
              <a:gdLst>
                <a:gd name="connsiteX0" fmla="*/ 0 w 1450791"/>
                <a:gd name="connsiteY0" fmla="*/ 0 h 307777"/>
                <a:gd name="connsiteX1" fmla="*/ 469089 w 1450791"/>
                <a:gd name="connsiteY1" fmla="*/ 0 h 307777"/>
                <a:gd name="connsiteX2" fmla="*/ 909162 w 1450791"/>
                <a:gd name="connsiteY2" fmla="*/ 0 h 307777"/>
                <a:gd name="connsiteX3" fmla="*/ 1450791 w 1450791"/>
                <a:gd name="connsiteY3" fmla="*/ 0 h 307777"/>
                <a:gd name="connsiteX4" fmla="*/ 1450791 w 1450791"/>
                <a:gd name="connsiteY4" fmla="*/ 307777 h 307777"/>
                <a:gd name="connsiteX5" fmla="*/ 996210 w 1450791"/>
                <a:gd name="connsiteY5" fmla="*/ 307777 h 307777"/>
                <a:gd name="connsiteX6" fmla="*/ 483597 w 1450791"/>
                <a:gd name="connsiteY6" fmla="*/ 307777 h 307777"/>
                <a:gd name="connsiteX7" fmla="*/ 0 w 1450791"/>
                <a:gd name="connsiteY7" fmla="*/ 307777 h 307777"/>
                <a:gd name="connsiteX8" fmla="*/ 0 w 1450791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0791" h="307777" extrusionOk="0">
                  <a:moveTo>
                    <a:pt x="0" y="0"/>
                  </a:moveTo>
                  <a:cubicBezTo>
                    <a:pt x="150675" y="-4249"/>
                    <a:pt x="352734" y="-14730"/>
                    <a:pt x="469089" y="0"/>
                  </a:cubicBezTo>
                  <a:cubicBezTo>
                    <a:pt x="585444" y="14730"/>
                    <a:pt x="789481" y="20990"/>
                    <a:pt x="909162" y="0"/>
                  </a:cubicBezTo>
                  <a:cubicBezTo>
                    <a:pt x="1028843" y="-20990"/>
                    <a:pt x="1242402" y="2768"/>
                    <a:pt x="1450791" y="0"/>
                  </a:cubicBezTo>
                  <a:cubicBezTo>
                    <a:pt x="1456229" y="133970"/>
                    <a:pt x="1446634" y="197125"/>
                    <a:pt x="1450791" y="307777"/>
                  </a:cubicBezTo>
                  <a:cubicBezTo>
                    <a:pt x="1333195" y="294757"/>
                    <a:pt x="1100499" y="330196"/>
                    <a:pt x="996210" y="307777"/>
                  </a:cubicBezTo>
                  <a:cubicBezTo>
                    <a:pt x="891921" y="285358"/>
                    <a:pt x="589493" y="289357"/>
                    <a:pt x="483597" y="307777"/>
                  </a:cubicBezTo>
                  <a:cubicBezTo>
                    <a:pt x="377701" y="326197"/>
                    <a:pt x="104073" y="295228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bg1">
                  <a:lumMod val="6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12EF909-F866-DAF9-C4AC-772A2C25B4FE}"/>
              </a:ext>
            </a:extLst>
          </p:cNvPr>
          <p:cNvGrpSpPr/>
          <p:nvPr/>
        </p:nvGrpSpPr>
        <p:grpSpPr>
          <a:xfrm>
            <a:off x="295207" y="2308383"/>
            <a:ext cx="1503543" cy="682835"/>
            <a:chOff x="295207" y="2308383"/>
            <a:chExt cx="1503543" cy="682835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33A1DC5-F284-8748-0065-DB9AD577EF11}"/>
                </a:ext>
              </a:extLst>
            </p:cNvPr>
            <p:cNvSpPr txBox="1"/>
            <p:nvPr/>
          </p:nvSpPr>
          <p:spPr>
            <a:xfrm>
              <a:off x="295207" y="2308383"/>
              <a:ext cx="7446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target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DE993F1-AA93-33D3-C742-1B714BC0A495}"/>
                </a:ext>
              </a:extLst>
            </p:cNvPr>
            <p:cNvSpPr/>
            <p:nvPr/>
          </p:nvSpPr>
          <p:spPr>
            <a:xfrm>
              <a:off x="347959" y="2672257"/>
              <a:ext cx="1450791" cy="307777"/>
            </a:xfrm>
            <a:custGeom>
              <a:avLst/>
              <a:gdLst>
                <a:gd name="connsiteX0" fmla="*/ 0 w 1450791"/>
                <a:gd name="connsiteY0" fmla="*/ 0 h 307777"/>
                <a:gd name="connsiteX1" fmla="*/ 469089 w 1450791"/>
                <a:gd name="connsiteY1" fmla="*/ 0 h 307777"/>
                <a:gd name="connsiteX2" fmla="*/ 909162 w 1450791"/>
                <a:gd name="connsiteY2" fmla="*/ 0 h 307777"/>
                <a:gd name="connsiteX3" fmla="*/ 1450791 w 1450791"/>
                <a:gd name="connsiteY3" fmla="*/ 0 h 307777"/>
                <a:gd name="connsiteX4" fmla="*/ 1450791 w 1450791"/>
                <a:gd name="connsiteY4" fmla="*/ 307777 h 307777"/>
                <a:gd name="connsiteX5" fmla="*/ 996210 w 1450791"/>
                <a:gd name="connsiteY5" fmla="*/ 307777 h 307777"/>
                <a:gd name="connsiteX6" fmla="*/ 483597 w 1450791"/>
                <a:gd name="connsiteY6" fmla="*/ 307777 h 307777"/>
                <a:gd name="connsiteX7" fmla="*/ 0 w 1450791"/>
                <a:gd name="connsiteY7" fmla="*/ 307777 h 307777"/>
                <a:gd name="connsiteX8" fmla="*/ 0 w 1450791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0791" h="307777" extrusionOk="0">
                  <a:moveTo>
                    <a:pt x="0" y="0"/>
                  </a:moveTo>
                  <a:cubicBezTo>
                    <a:pt x="150675" y="-4249"/>
                    <a:pt x="352734" y="-14730"/>
                    <a:pt x="469089" y="0"/>
                  </a:cubicBezTo>
                  <a:cubicBezTo>
                    <a:pt x="585444" y="14730"/>
                    <a:pt x="789481" y="20990"/>
                    <a:pt x="909162" y="0"/>
                  </a:cubicBezTo>
                  <a:cubicBezTo>
                    <a:pt x="1028843" y="-20990"/>
                    <a:pt x="1242402" y="2768"/>
                    <a:pt x="1450791" y="0"/>
                  </a:cubicBezTo>
                  <a:cubicBezTo>
                    <a:pt x="1456229" y="133970"/>
                    <a:pt x="1446634" y="197125"/>
                    <a:pt x="1450791" y="307777"/>
                  </a:cubicBezTo>
                  <a:cubicBezTo>
                    <a:pt x="1333195" y="294757"/>
                    <a:pt x="1100499" y="330196"/>
                    <a:pt x="996210" y="307777"/>
                  </a:cubicBezTo>
                  <a:cubicBezTo>
                    <a:pt x="891921" y="285358"/>
                    <a:pt x="589493" y="289357"/>
                    <a:pt x="483597" y="307777"/>
                  </a:cubicBezTo>
                  <a:cubicBezTo>
                    <a:pt x="377701" y="326197"/>
                    <a:pt x="104073" y="295228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bg1">
                  <a:lumMod val="6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753747D-28F5-57FE-12AF-5892C6CF1193}"/>
                </a:ext>
              </a:extLst>
            </p:cNvPr>
            <p:cNvSpPr txBox="1"/>
            <p:nvPr/>
          </p:nvSpPr>
          <p:spPr>
            <a:xfrm>
              <a:off x="812755" y="2621886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10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5695B445-5B9A-5112-4730-C7EF8407BD42}"/>
              </a:ext>
            </a:extLst>
          </p:cNvPr>
          <p:cNvSpPr txBox="1"/>
          <p:nvPr/>
        </p:nvSpPr>
        <p:spPr>
          <a:xfrm>
            <a:off x="890748" y="1989039"/>
            <a:ext cx="543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EDE3DF-DF0E-2387-8BA5-46503BBF85C1}"/>
              </a:ext>
            </a:extLst>
          </p:cNvPr>
          <p:cNvSpPr txBox="1"/>
          <p:nvPr/>
        </p:nvSpPr>
        <p:spPr>
          <a:xfrm>
            <a:off x="3346926" y="3597018"/>
            <a:ext cx="3971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Count to: 10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0</a:t>
            </a:r>
          </a:p>
          <a:p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931176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9D1400-153A-0626-FCB1-82473C4A95BC}"/>
              </a:ext>
            </a:extLst>
          </p:cNvPr>
          <p:cNvGrpSpPr/>
          <p:nvPr/>
        </p:nvGrpSpPr>
        <p:grpSpPr>
          <a:xfrm>
            <a:off x="229043" y="221589"/>
            <a:ext cx="7101587" cy="4685065"/>
            <a:chOff x="231271" y="-2890187"/>
            <a:chExt cx="7101587" cy="4685065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75695" y="-2411580"/>
              <a:ext cx="5046276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int 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=  0;</a:t>
              </a:r>
            </a:p>
            <a:p>
              <a:pPr marL="342900" indent="-342900" rtl="0">
                <a:buFont typeface="+mj-lt"/>
                <a:buAutoNum type="arabicPeriod" startAt="6"/>
              </a:pPr>
              <a:endParaRPr lang="en-AU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while (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&lt; target)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   write_line(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);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/>
                <a:t>    </a:t>
              </a:r>
              <a:r>
                <a:rPr lang="en-AU" sz="1600" dirty="0" err="1"/>
                <a:t>i</a:t>
              </a:r>
              <a:r>
                <a:rPr lang="en-AU" sz="1600" dirty="0"/>
                <a:t>++;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  <a:endParaRPr lang="en-AU" sz="1600" dirty="0"/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DBCA10F-924D-E145-7FF6-9A1953DEE281}"/>
                </a:ext>
              </a:extLst>
            </p:cNvPr>
            <p:cNvGrpSpPr/>
            <p:nvPr/>
          </p:nvGrpSpPr>
          <p:grpSpPr>
            <a:xfrm>
              <a:off x="231271" y="917189"/>
              <a:ext cx="1274409" cy="625877"/>
              <a:chOff x="1357821" y="4757683"/>
              <a:chExt cx="1274409" cy="625877"/>
            </a:xfrm>
          </p:grpSpPr>
          <p:pic>
            <p:nvPicPr>
              <p:cNvPr id="13" name="Picture 12" descr="A black square with white lines&#10;&#10;Description automatically generated">
                <a:extLst>
                  <a:ext uri="{FF2B5EF4-FFF2-40B4-BE49-F238E27FC236}">
                    <a16:creationId xmlns:a16="http://schemas.microsoft.com/office/drawing/2014/main" id="{9975BC6B-61F7-6B1E-178A-EB5A5CF841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 amt="30000"/>
              </a:blip>
              <a:stretch>
                <a:fillRect/>
              </a:stretch>
            </p:blipFill>
            <p:spPr>
              <a:xfrm>
                <a:off x="1950895" y="4757683"/>
                <a:ext cx="681335" cy="625877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1E6B770-730F-7A2F-0BCC-DFD2371C6F55}"/>
                  </a:ext>
                </a:extLst>
              </p:cNvPr>
              <p:cNvSpPr txBox="1"/>
              <p:nvPr/>
            </p:nvSpPr>
            <p:spPr>
              <a:xfrm>
                <a:off x="1357821" y="4843378"/>
                <a:ext cx="5549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CPU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5C1771-9148-68B9-A280-04E3AC16818D}"/>
                </a:ext>
              </a:extLst>
            </p:cNvPr>
            <p:cNvSpPr/>
            <p:nvPr/>
          </p:nvSpPr>
          <p:spPr>
            <a:xfrm>
              <a:off x="1949880" y="721827"/>
              <a:ext cx="286544" cy="354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10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92465" y="317550"/>
              <a:ext cx="842569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11,7,</a:t>
              </a:r>
            </a:p>
            <a:p>
              <a:r>
                <a:rPr lang="en-US" dirty="0"/>
                <a:t>8, 9,10</a:t>
              </a:r>
              <a:br>
                <a:rPr lang="en-US" dirty="0"/>
              </a:br>
              <a:r>
                <a:rPr lang="en-US" dirty="0"/>
                <a:t>11,7,</a:t>
              </a:r>
            </a:p>
            <a:p>
              <a:r>
                <a:rPr lang="en-US" dirty="0"/>
                <a:t>8, 9,10</a:t>
              </a:r>
            </a:p>
            <a:p>
              <a:r>
                <a:rPr lang="en-US" dirty="0" err="1"/>
                <a:t>etc</a:t>
              </a:r>
              <a:endParaRPr lang="en-US" dirty="0"/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8E9DCD-E5A8-3317-BAA2-D65D58276E91}"/>
              </a:ext>
            </a:extLst>
          </p:cNvPr>
          <p:cNvGrpSpPr/>
          <p:nvPr/>
        </p:nvGrpSpPr>
        <p:grpSpPr>
          <a:xfrm>
            <a:off x="325682" y="1501252"/>
            <a:ext cx="1503543" cy="692460"/>
            <a:chOff x="325682" y="1650882"/>
            <a:chExt cx="1503543" cy="69246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DB30B2-CAEA-6F1D-5E94-E5E8075C3320}"/>
                </a:ext>
              </a:extLst>
            </p:cNvPr>
            <p:cNvSpPr txBox="1"/>
            <p:nvPr/>
          </p:nvSpPr>
          <p:spPr>
            <a:xfrm>
              <a:off x="325682" y="1650882"/>
              <a:ext cx="2375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i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A8531FB-5BD7-FF39-4AA3-DDCD7DC84372}"/>
                </a:ext>
              </a:extLst>
            </p:cNvPr>
            <p:cNvSpPr/>
            <p:nvPr/>
          </p:nvSpPr>
          <p:spPr>
            <a:xfrm>
              <a:off x="378434" y="2014756"/>
              <a:ext cx="1450791" cy="307777"/>
            </a:xfrm>
            <a:custGeom>
              <a:avLst/>
              <a:gdLst>
                <a:gd name="connsiteX0" fmla="*/ 0 w 1450791"/>
                <a:gd name="connsiteY0" fmla="*/ 0 h 307777"/>
                <a:gd name="connsiteX1" fmla="*/ 469089 w 1450791"/>
                <a:gd name="connsiteY1" fmla="*/ 0 h 307777"/>
                <a:gd name="connsiteX2" fmla="*/ 909162 w 1450791"/>
                <a:gd name="connsiteY2" fmla="*/ 0 h 307777"/>
                <a:gd name="connsiteX3" fmla="*/ 1450791 w 1450791"/>
                <a:gd name="connsiteY3" fmla="*/ 0 h 307777"/>
                <a:gd name="connsiteX4" fmla="*/ 1450791 w 1450791"/>
                <a:gd name="connsiteY4" fmla="*/ 307777 h 307777"/>
                <a:gd name="connsiteX5" fmla="*/ 996210 w 1450791"/>
                <a:gd name="connsiteY5" fmla="*/ 307777 h 307777"/>
                <a:gd name="connsiteX6" fmla="*/ 483597 w 1450791"/>
                <a:gd name="connsiteY6" fmla="*/ 307777 h 307777"/>
                <a:gd name="connsiteX7" fmla="*/ 0 w 1450791"/>
                <a:gd name="connsiteY7" fmla="*/ 307777 h 307777"/>
                <a:gd name="connsiteX8" fmla="*/ 0 w 1450791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0791" h="307777" extrusionOk="0">
                  <a:moveTo>
                    <a:pt x="0" y="0"/>
                  </a:moveTo>
                  <a:cubicBezTo>
                    <a:pt x="150675" y="-4249"/>
                    <a:pt x="352734" y="-14730"/>
                    <a:pt x="469089" y="0"/>
                  </a:cubicBezTo>
                  <a:cubicBezTo>
                    <a:pt x="585444" y="14730"/>
                    <a:pt x="789481" y="20990"/>
                    <a:pt x="909162" y="0"/>
                  </a:cubicBezTo>
                  <a:cubicBezTo>
                    <a:pt x="1028843" y="-20990"/>
                    <a:pt x="1242402" y="2768"/>
                    <a:pt x="1450791" y="0"/>
                  </a:cubicBezTo>
                  <a:cubicBezTo>
                    <a:pt x="1456229" y="133970"/>
                    <a:pt x="1446634" y="197125"/>
                    <a:pt x="1450791" y="307777"/>
                  </a:cubicBezTo>
                  <a:cubicBezTo>
                    <a:pt x="1333195" y="294757"/>
                    <a:pt x="1100499" y="330196"/>
                    <a:pt x="996210" y="307777"/>
                  </a:cubicBezTo>
                  <a:cubicBezTo>
                    <a:pt x="891921" y="285358"/>
                    <a:pt x="589493" y="289357"/>
                    <a:pt x="483597" y="307777"/>
                  </a:cubicBezTo>
                  <a:cubicBezTo>
                    <a:pt x="377701" y="326197"/>
                    <a:pt x="104073" y="295228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530C79D-6878-EEC9-8215-CF71B99487FE}"/>
                </a:ext>
              </a:extLst>
            </p:cNvPr>
            <p:cNvSpPr txBox="1"/>
            <p:nvPr/>
          </p:nvSpPr>
          <p:spPr>
            <a:xfrm>
              <a:off x="467847" y="1974010"/>
              <a:ext cx="47573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  1   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12EF909-F866-DAF9-C4AC-772A2C25B4FE}"/>
              </a:ext>
            </a:extLst>
          </p:cNvPr>
          <p:cNvGrpSpPr/>
          <p:nvPr/>
        </p:nvGrpSpPr>
        <p:grpSpPr>
          <a:xfrm>
            <a:off x="295207" y="2158753"/>
            <a:ext cx="1503543" cy="682835"/>
            <a:chOff x="295207" y="2308383"/>
            <a:chExt cx="1503543" cy="682835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33A1DC5-F284-8748-0065-DB9AD577EF11}"/>
                </a:ext>
              </a:extLst>
            </p:cNvPr>
            <p:cNvSpPr txBox="1"/>
            <p:nvPr/>
          </p:nvSpPr>
          <p:spPr>
            <a:xfrm>
              <a:off x="295207" y="2308383"/>
              <a:ext cx="7446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target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DE993F1-AA93-33D3-C742-1B714BC0A495}"/>
                </a:ext>
              </a:extLst>
            </p:cNvPr>
            <p:cNvSpPr/>
            <p:nvPr/>
          </p:nvSpPr>
          <p:spPr>
            <a:xfrm>
              <a:off x="347959" y="2672257"/>
              <a:ext cx="1450791" cy="307777"/>
            </a:xfrm>
            <a:custGeom>
              <a:avLst/>
              <a:gdLst>
                <a:gd name="connsiteX0" fmla="*/ 0 w 1450791"/>
                <a:gd name="connsiteY0" fmla="*/ 0 h 307777"/>
                <a:gd name="connsiteX1" fmla="*/ 469089 w 1450791"/>
                <a:gd name="connsiteY1" fmla="*/ 0 h 307777"/>
                <a:gd name="connsiteX2" fmla="*/ 909162 w 1450791"/>
                <a:gd name="connsiteY2" fmla="*/ 0 h 307777"/>
                <a:gd name="connsiteX3" fmla="*/ 1450791 w 1450791"/>
                <a:gd name="connsiteY3" fmla="*/ 0 h 307777"/>
                <a:gd name="connsiteX4" fmla="*/ 1450791 w 1450791"/>
                <a:gd name="connsiteY4" fmla="*/ 307777 h 307777"/>
                <a:gd name="connsiteX5" fmla="*/ 996210 w 1450791"/>
                <a:gd name="connsiteY5" fmla="*/ 307777 h 307777"/>
                <a:gd name="connsiteX6" fmla="*/ 483597 w 1450791"/>
                <a:gd name="connsiteY6" fmla="*/ 307777 h 307777"/>
                <a:gd name="connsiteX7" fmla="*/ 0 w 1450791"/>
                <a:gd name="connsiteY7" fmla="*/ 307777 h 307777"/>
                <a:gd name="connsiteX8" fmla="*/ 0 w 1450791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0791" h="307777" extrusionOk="0">
                  <a:moveTo>
                    <a:pt x="0" y="0"/>
                  </a:moveTo>
                  <a:cubicBezTo>
                    <a:pt x="150675" y="-4249"/>
                    <a:pt x="352734" y="-14730"/>
                    <a:pt x="469089" y="0"/>
                  </a:cubicBezTo>
                  <a:cubicBezTo>
                    <a:pt x="585444" y="14730"/>
                    <a:pt x="789481" y="20990"/>
                    <a:pt x="909162" y="0"/>
                  </a:cubicBezTo>
                  <a:cubicBezTo>
                    <a:pt x="1028843" y="-20990"/>
                    <a:pt x="1242402" y="2768"/>
                    <a:pt x="1450791" y="0"/>
                  </a:cubicBezTo>
                  <a:cubicBezTo>
                    <a:pt x="1456229" y="133970"/>
                    <a:pt x="1446634" y="197125"/>
                    <a:pt x="1450791" y="307777"/>
                  </a:cubicBezTo>
                  <a:cubicBezTo>
                    <a:pt x="1333195" y="294757"/>
                    <a:pt x="1100499" y="330196"/>
                    <a:pt x="996210" y="307777"/>
                  </a:cubicBezTo>
                  <a:cubicBezTo>
                    <a:pt x="891921" y="285358"/>
                    <a:pt x="589493" y="289357"/>
                    <a:pt x="483597" y="307777"/>
                  </a:cubicBezTo>
                  <a:cubicBezTo>
                    <a:pt x="377701" y="326197"/>
                    <a:pt x="104073" y="295228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bg1">
                  <a:lumMod val="6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753747D-28F5-57FE-12AF-5892C6CF1193}"/>
                </a:ext>
              </a:extLst>
            </p:cNvPr>
            <p:cNvSpPr txBox="1"/>
            <p:nvPr/>
          </p:nvSpPr>
          <p:spPr>
            <a:xfrm>
              <a:off x="812755" y="2621886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10</a:t>
              </a:r>
            </a:p>
          </p:txBody>
        </p:sp>
      </p:grpSp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DA4F72B4-39C2-1A30-F76E-B9A65B7F60F3}"/>
              </a:ext>
            </a:extLst>
          </p:cNvPr>
          <p:cNvCxnSpPr>
            <a:cxnSpLocks/>
          </p:cNvCxnSpPr>
          <p:nvPr/>
        </p:nvCxnSpPr>
        <p:spPr>
          <a:xfrm>
            <a:off x="986944" y="2016254"/>
            <a:ext cx="298436" cy="1270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2">
                <a:lumMod val="75000"/>
              </a:schemeClr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6F7ED963-52BA-4F23-9779-C2C5BC3647B8}"/>
              </a:ext>
            </a:extLst>
          </p:cNvPr>
          <p:cNvCxnSpPr>
            <a:cxnSpLocks/>
          </p:cNvCxnSpPr>
          <p:nvPr/>
        </p:nvCxnSpPr>
        <p:spPr>
          <a:xfrm>
            <a:off x="581085" y="2014648"/>
            <a:ext cx="298436" cy="12702"/>
          </a:xfrm>
          <a:prstGeom prst="curvedConnector3">
            <a:avLst>
              <a:gd name="adj1" fmla="val 50000"/>
            </a:avLst>
          </a:prstGeom>
          <a:ln w="38100">
            <a:solidFill>
              <a:schemeClr val="bg1">
                <a:lumMod val="65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5695B445-5B9A-5112-4730-C7EF8407BD42}"/>
              </a:ext>
            </a:extLst>
          </p:cNvPr>
          <p:cNvSpPr txBox="1"/>
          <p:nvPr/>
        </p:nvSpPr>
        <p:spPr>
          <a:xfrm>
            <a:off x="1304634" y="1839409"/>
            <a:ext cx="543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3D4C9A-85D2-90D2-2FF3-A9866FA8D437}"/>
              </a:ext>
            </a:extLst>
          </p:cNvPr>
          <p:cNvSpPr txBox="1"/>
          <p:nvPr/>
        </p:nvSpPr>
        <p:spPr>
          <a:xfrm>
            <a:off x="3346926" y="3612854"/>
            <a:ext cx="3971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Count to: 10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0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C7AFA37-B377-3309-CAFF-012CC6050085}"/>
              </a:ext>
            </a:extLst>
          </p:cNvPr>
          <p:cNvCxnSpPr>
            <a:cxnSpLocks/>
          </p:cNvCxnSpPr>
          <p:nvPr/>
        </p:nvCxnSpPr>
        <p:spPr>
          <a:xfrm flipV="1">
            <a:off x="3490928" y="4532533"/>
            <a:ext cx="0" cy="155924"/>
          </a:xfrm>
          <a:prstGeom prst="line">
            <a:avLst/>
          </a:prstGeom>
          <a:ln w="254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D943CCE-27AF-26D3-EC08-6B0E5124FB6C}"/>
              </a:ext>
            </a:extLst>
          </p:cNvPr>
          <p:cNvGrpSpPr/>
          <p:nvPr/>
        </p:nvGrpSpPr>
        <p:grpSpPr>
          <a:xfrm>
            <a:off x="1912319" y="2088681"/>
            <a:ext cx="407468" cy="1677227"/>
            <a:chOff x="1668759" y="-13958058"/>
            <a:chExt cx="487848" cy="22198517"/>
          </a:xfrm>
        </p:grpSpPr>
        <p:cxnSp>
          <p:nvCxnSpPr>
            <p:cNvPr id="9" name="Straight Arrow Connector 55">
              <a:extLst>
                <a:ext uri="{FF2B5EF4-FFF2-40B4-BE49-F238E27FC236}">
                  <a16:creationId xmlns:a16="http://schemas.microsoft.com/office/drawing/2014/main" id="{4EE4C432-6825-C3F4-22AD-1BEA13CD7C33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137041B-B0A2-20B6-2AE6-51553D02C8E5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28490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9D1400-153A-0626-FCB1-82473C4A95BC}"/>
              </a:ext>
            </a:extLst>
          </p:cNvPr>
          <p:cNvGrpSpPr/>
          <p:nvPr/>
        </p:nvGrpSpPr>
        <p:grpSpPr>
          <a:xfrm>
            <a:off x="229043" y="21831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75695" y="-2411580"/>
              <a:ext cx="5046276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int 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=  0;</a:t>
              </a:r>
            </a:p>
            <a:p>
              <a:pPr marL="342900" indent="-342900" rtl="0">
                <a:buFont typeface="+mj-lt"/>
                <a:buAutoNum type="arabicPeriod" startAt="6"/>
              </a:pPr>
              <a:endParaRPr lang="en-AU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while (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&lt; target)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   write_line(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);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/>
                <a:t>    </a:t>
              </a:r>
              <a:r>
                <a:rPr lang="en-AU" sz="1600" dirty="0" err="1"/>
                <a:t>i</a:t>
              </a:r>
              <a:r>
                <a:rPr lang="en-AU" sz="1600" dirty="0"/>
                <a:t>++;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  <a:endParaRPr lang="en-AU" sz="1600" dirty="0"/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DBCA10F-924D-E145-7FF6-9A1953DEE281}"/>
                </a:ext>
              </a:extLst>
            </p:cNvPr>
            <p:cNvGrpSpPr/>
            <p:nvPr/>
          </p:nvGrpSpPr>
          <p:grpSpPr>
            <a:xfrm>
              <a:off x="231271" y="917189"/>
              <a:ext cx="1274409" cy="625877"/>
              <a:chOff x="1357821" y="4757683"/>
              <a:chExt cx="1274409" cy="625877"/>
            </a:xfrm>
          </p:grpSpPr>
          <p:pic>
            <p:nvPicPr>
              <p:cNvPr id="13" name="Picture 12" descr="A black square with white lines&#10;&#10;Description automatically generated">
                <a:extLst>
                  <a:ext uri="{FF2B5EF4-FFF2-40B4-BE49-F238E27FC236}">
                    <a16:creationId xmlns:a16="http://schemas.microsoft.com/office/drawing/2014/main" id="{9975BC6B-61F7-6B1E-178A-EB5A5CF841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 amt="30000"/>
              </a:blip>
              <a:stretch>
                <a:fillRect/>
              </a:stretch>
            </p:blipFill>
            <p:spPr>
              <a:xfrm>
                <a:off x="1950895" y="4757683"/>
                <a:ext cx="681335" cy="625877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1E6B770-730F-7A2F-0BCC-DFD2371C6F55}"/>
                  </a:ext>
                </a:extLst>
              </p:cNvPr>
              <p:cNvSpPr txBox="1"/>
              <p:nvPr/>
            </p:nvSpPr>
            <p:spPr>
              <a:xfrm>
                <a:off x="1357821" y="4843378"/>
                <a:ext cx="5549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CPU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5C1771-9148-68B9-A280-04E3AC16818D}"/>
                </a:ext>
              </a:extLst>
            </p:cNvPr>
            <p:cNvSpPr/>
            <p:nvPr/>
          </p:nvSpPr>
          <p:spPr>
            <a:xfrm>
              <a:off x="1949880" y="721827"/>
              <a:ext cx="286544" cy="354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10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92466" y="375300"/>
              <a:ext cx="5430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7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FDFA45D-FB80-7473-15AD-5510CE9817D2}"/>
              </a:ext>
            </a:extLst>
          </p:cNvPr>
          <p:cNvGrpSpPr/>
          <p:nvPr/>
        </p:nvGrpSpPr>
        <p:grpSpPr>
          <a:xfrm>
            <a:off x="1912319" y="2088681"/>
            <a:ext cx="407468" cy="1677227"/>
            <a:chOff x="1668759" y="-13958058"/>
            <a:chExt cx="487848" cy="22198517"/>
          </a:xfrm>
        </p:grpSpPr>
        <p:cxnSp>
          <p:nvCxnSpPr>
            <p:cNvPr id="22" name="Straight Arrow Connector 55">
              <a:extLst>
                <a:ext uri="{FF2B5EF4-FFF2-40B4-BE49-F238E27FC236}">
                  <a16:creationId xmlns:a16="http://schemas.microsoft.com/office/drawing/2014/main" id="{983D9F78-2D6B-5B7B-1CC8-21E49EACB0D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4D23E4E-CD3B-49CB-B537-83E58C7B9B9B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8E9DCD-E5A8-3317-BAA2-D65D58276E91}"/>
              </a:ext>
            </a:extLst>
          </p:cNvPr>
          <p:cNvGrpSpPr/>
          <p:nvPr/>
        </p:nvGrpSpPr>
        <p:grpSpPr>
          <a:xfrm>
            <a:off x="325682" y="1650882"/>
            <a:ext cx="1503543" cy="692460"/>
            <a:chOff x="325682" y="1650882"/>
            <a:chExt cx="1503543" cy="69246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DB30B2-CAEA-6F1D-5E94-E5E8075C3320}"/>
                </a:ext>
              </a:extLst>
            </p:cNvPr>
            <p:cNvSpPr txBox="1"/>
            <p:nvPr/>
          </p:nvSpPr>
          <p:spPr>
            <a:xfrm>
              <a:off x="325682" y="1650882"/>
              <a:ext cx="2375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i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A8531FB-5BD7-FF39-4AA3-DDCD7DC84372}"/>
                </a:ext>
              </a:extLst>
            </p:cNvPr>
            <p:cNvSpPr/>
            <p:nvPr/>
          </p:nvSpPr>
          <p:spPr>
            <a:xfrm>
              <a:off x="378434" y="2014756"/>
              <a:ext cx="1450791" cy="307777"/>
            </a:xfrm>
            <a:custGeom>
              <a:avLst/>
              <a:gdLst>
                <a:gd name="connsiteX0" fmla="*/ 0 w 1450791"/>
                <a:gd name="connsiteY0" fmla="*/ 0 h 307777"/>
                <a:gd name="connsiteX1" fmla="*/ 469089 w 1450791"/>
                <a:gd name="connsiteY1" fmla="*/ 0 h 307777"/>
                <a:gd name="connsiteX2" fmla="*/ 909162 w 1450791"/>
                <a:gd name="connsiteY2" fmla="*/ 0 h 307777"/>
                <a:gd name="connsiteX3" fmla="*/ 1450791 w 1450791"/>
                <a:gd name="connsiteY3" fmla="*/ 0 h 307777"/>
                <a:gd name="connsiteX4" fmla="*/ 1450791 w 1450791"/>
                <a:gd name="connsiteY4" fmla="*/ 307777 h 307777"/>
                <a:gd name="connsiteX5" fmla="*/ 996210 w 1450791"/>
                <a:gd name="connsiteY5" fmla="*/ 307777 h 307777"/>
                <a:gd name="connsiteX6" fmla="*/ 483597 w 1450791"/>
                <a:gd name="connsiteY6" fmla="*/ 307777 h 307777"/>
                <a:gd name="connsiteX7" fmla="*/ 0 w 1450791"/>
                <a:gd name="connsiteY7" fmla="*/ 307777 h 307777"/>
                <a:gd name="connsiteX8" fmla="*/ 0 w 1450791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0791" h="307777" extrusionOk="0">
                  <a:moveTo>
                    <a:pt x="0" y="0"/>
                  </a:moveTo>
                  <a:cubicBezTo>
                    <a:pt x="150675" y="-4249"/>
                    <a:pt x="352734" y="-14730"/>
                    <a:pt x="469089" y="0"/>
                  </a:cubicBezTo>
                  <a:cubicBezTo>
                    <a:pt x="585444" y="14730"/>
                    <a:pt x="789481" y="20990"/>
                    <a:pt x="909162" y="0"/>
                  </a:cubicBezTo>
                  <a:cubicBezTo>
                    <a:pt x="1028843" y="-20990"/>
                    <a:pt x="1242402" y="2768"/>
                    <a:pt x="1450791" y="0"/>
                  </a:cubicBezTo>
                  <a:cubicBezTo>
                    <a:pt x="1456229" y="133970"/>
                    <a:pt x="1446634" y="197125"/>
                    <a:pt x="1450791" y="307777"/>
                  </a:cubicBezTo>
                  <a:cubicBezTo>
                    <a:pt x="1333195" y="294757"/>
                    <a:pt x="1100499" y="330196"/>
                    <a:pt x="996210" y="307777"/>
                  </a:cubicBezTo>
                  <a:cubicBezTo>
                    <a:pt x="891921" y="285358"/>
                    <a:pt x="589493" y="289357"/>
                    <a:pt x="483597" y="307777"/>
                  </a:cubicBezTo>
                  <a:cubicBezTo>
                    <a:pt x="377701" y="326197"/>
                    <a:pt x="104073" y="295228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530C79D-6878-EEC9-8215-CF71B99487FE}"/>
                </a:ext>
              </a:extLst>
            </p:cNvPr>
            <p:cNvSpPr txBox="1"/>
            <p:nvPr/>
          </p:nvSpPr>
          <p:spPr>
            <a:xfrm>
              <a:off x="467847" y="1974010"/>
              <a:ext cx="47573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  9   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12EF909-F866-DAF9-C4AC-772A2C25B4FE}"/>
              </a:ext>
            </a:extLst>
          </p:cNvPr>
          <p:cNvGrpSpPr/>
          <p:nvPr/>
        </p:nvGrpSpPr>
        <p:grpSpPr>
          <a:xfrm>
            <a:off x="295207" y="2308383"/>
            <a:ext cx="1503543" cy="682835"/>
            <a:chOff x="295207" y="2308383"/>
            <a:chExt cx="1503543" cy="682835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33A1DC5-F284-8748-0065-DB9AD577EF11}"/>
                </a:ext>
              </a:extLst>
            </p:cNvPr>
            <p:cNvSpPr txBox="1"/>
            <p:nvPr/>
          </p:nvSpPr>
          <p:spPr>
            <a:xfrm>
              <a:off x="295207" y="2308383"/>
              <a:ext cx="7446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target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DE993F1-AA93-33D3-C742-1B714BC0A495}"/>
                </a:ext>
              </a:extLst>
            </p:cNvPr>
            <p:cNvSpPr/>
            <p:nvPr/>
          </p:nvSpPr>
          <p:spPr>
            <a:xfrm>
              <a:off x="347959" y="2672257"/>
              <a:ext cx="1450791" cy="307777"/>
            </a:xfrm>
            <a:custGeom>
              <a:avLst/>
              <a:gdLst>
                <a:gd name="connsiteX0" fmla="*/ 0 w 1450791"/>
                <a:gd name="connsiteY0" fmla="*/ 0 h 307777"/>
                <a:gd name="connsiteX1" fmla="*/ 469089 w 1450791"/>
                <a:gd name="connsiteY1" fmla="*/ 0 h 307777"/>
                <a:gd name="connsiteX2" fmla="*/ 909162 w 1450791"/>
                <a:gd name="connsiteY2" fmla="*/ 0 h 307777"/>
                <a:gd name="connsiteX3" fmla="*/ 1450791 w 1450791"/>
                <a:gd name="connsiteY3" fmla="*/ 0 h 307777"/>
                <a:gd name="connsiteX4" fmla="*/ 1450791 w 1450791"/>
                <a:gd name="connsiteY4" fmla="*/ 307777 h 307777"/>
                <a:gd name="connsiteX5" fmla="*/ 996210 w 1450791"/>
                <a:gd name="connsiteY5" fmla="*/ 307777 h 307777"/>
                <a:gd name="connsiteX6" fmla="*/ 483597 w 1450791"/>
                <a:gd name="connsiteY6" fmla="*/ 307777 h 307777"/>
                <a:gd name="connsiteX7" fmla="*/ 0 w 1450791"/>
                <a:gd name="connsiteY7" fmla="*/ 307777 h 307777"/>
                <a:gd name="connsiteX8" fmla="*/ 0 w 1450791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0791" h="307777" extrusionOk="0">
                  <a:moveTo>
                    <a:pt x="0" y="0"/>
                  </a:moveTo>
                  <a:cubicBezTo>
                    <a:pt x="150675" y="-4249"/>
                    <a:pt x="352734" y="-14730"/>
                    <a:pt x="469089" y="0"/>
                  </a:cubicBezTo>
                  <a:cubicBezTo>
                    <a:pt x="585444" y="14730"/>
                    <a:pt x="789481" y="20990"/>
                    <a:pt x="909162" y="0"/>
                  </a:cubicBezTo>
                  <a:cubicBezTo>
                    <a:pt x="1028843" y="-20990"/>
                    <a:pt x="1242402" y="2768"/>
                    <a:pt x="1450791" y="0"/>
                  </a:cubicBezTo>
                  <a:cubicBezTo>
                    <a:pt x="1456229" y="133970"/>
                    <a:pt x="1446634" y="197125"/>
                    <a:pt x="1450791" y="307777"/>
                  </a:cubicBezTo>
                  <a:cubicBezTo>
                    <a:pt x="1333195" y="294757"/>
                    <a:pt x="1100499" y="330196"/>
                    <a:pt x="996210" y="307777"/>
                  </a:cubicBezTo>
                  <a:cubicBezTo>
                    <a:pt x="891921" y="285358"/>
                    <a:pt x="589493" y="289357"/>
                    <a:pt x="483597" y="307777"/>
                  </a:cubicBezTo>
                  <a:cubicBezTo>
                    <a:pt x="377701" y="326197"/>
                    <a:pt x="104073" y="295228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bg1">
                  <a:lumMod val="6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753747D-28F5-57FE-12AF-5892C6CF1193}"/>
                </a:ext>
              </a:extLst>
            </p:cNvPr>
            <p:cNvSpPr txBox="1"/>
            <p:nvPr/>
          </p:nvSpPr>
          <p:spPr>
            <a:xfrm>
              <a:off x="812755" y="2621886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</a:rPr>
                <a:t>10</a:t>
              </a:r>
            </a:p>
          </p:txBody>
        </p:sp>
      </p:grpSp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DA4F72B4-39C2-1A30-F76E-B9A65B7F60F3}"/>
              </a:ext>
            </a:extLst>
          </p:cNvPr>
          <p:cNvCxnSpPr>
            <a:cxnSpLocks/>
          </p:cNvCxnSpPr>
          <p:nvPr/>
        </p:nvCxnSpPr>
        <p:spPr>
          <a:xfrm>
            <a:off x="986944" y="2165884"/>
            <a:ext cx="298436" cy="1270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2">
                <a:lumMod val="75000"/>
              </a:schemeClr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6F7ED963-52BA-4F23-9779-C2C5BC3647B8}"/>
              </a:ext>
            </a:extLst>
          </p:cNvPr>
          <p:cNvCxnSpPr>
            <a:cxnSpLocks/>
          </p:cNvCxnSpPr>
          <p:nvPr/>
        </p:nvCxnSpPr>
        <p:spPr>
          <a:xfrm>
            <a:off x="581085" y="2164278"/>
            <a:ext cx="298436" cy="12702"/>
          </a:xfrm>
          <a:prstGeom prst="curvedConnector3">
            <a:avLst>
              <a:gd name="adj1" fmla="val 50000"/>
            </a:avLst>
          </a:prstGeom>
          <a:ln w="38100">
            <a:solidFill>
              <a:schemeClr val="bg1">
                <a:lumMod val="65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5695B445-5B9A-5112-4730-C7EF8407BD42}"/>
              </a:ext>
            </a:extLst>
          </p:cNvPr>
          <p:cNvSpPr txBox="1"/>
          <p:nvPr/>
        </p:nvSpPr>
        <p:spPr>
          <a:xfrm>
            <a:off x="1304634" y="1989039"/>
            <a:ext cx="543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10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00F97B7-0FDF-34BE-309B-465C2AFBBE2B}"/>
              </a:ext>
            </a:extLst>
          </p:cNvPr>
          <p:cNvSpPr txBox="1"/>
          <p:nvPr/>
        </p:nvSpPr>
        <p:spPr>
          <a:xfrm>
            <a:off x="3335567" y="3596455"/>
            <a:ext cx="5430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7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8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9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358FC77-C260-883E-F4E4-F9299BA7DED3}"/>
              </a:ext>
            </a:extLst>
          </p:cNvPr>
          <p:cNvCxnSpPr>
            <a:cxnSpLocks/>
          </p:cNvCxnSpPr>
          <p:nvPr/>
        </p:nvCxnSpPr>
        <p:spPr>
          <a:xfrm flipV="1">
            <a:off x="3473510" y="4529524"/>
            <a:ext cx="0" cy="155924"/>
          </a:xfrm>
          <a:prstGeom prst="line">
            <a:avLst/>
          </a:prstGeom>
          <a:ln w="254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2745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9D1400-153A-0626-FCB1-82473C4A95BC}"/>
              </a:ext>
            </a:extLst>
          </p:cNvPr>
          <p:cNvGrpSpPr/>
          <p:nvPr/>
        </p:nvGrpSpPr>
        <p:grpSpPr>
          <a:xfrm>
            <a:off x="229043" y="21831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75695" y="-2411580"/>
              <a:ext cx="5046276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int 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=  0;</a:t>
              </a:r>
            </a:p>
            <a:p>
              <a:pPr marL="342900" indent="-342900" rtl="0">
                <a:buFont typeface="+mj-lt"/>
                <a:buAutoNum type="arabicPeriod" startAt="6"/>
              </a:pPr>
              <a:endParaRPr lang="en-AU" sz="16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/>
                <a:t>while (</a:t>
              </a:r>
              <a:r>
                <a:rPr lang="en-AU" sz="1600" dirty="0" err="1"/>
                <a:t>i</a:t>
              </a:r>
              <a:r>
                <a:rPr lang="en-AU" sz="1600" dirty="0"/>
                <a:t> &lt; target)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   write_line(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);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   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i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++;</a:t>
              </a:r>
            </a:p>
            <a:p>
              <a:pPr marL="342900" indent="-342900" rtl="0">
                <a:buFont typeface="+mj-lt"/>
                <a:buAutoNum type="arabicPeriod" startAt="6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  <a:endParaRPr lang="en-AU" sz="1600" dirty="0"/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DBCA10F-924D-E145-7FF6-9A1953DEE281}"/>
                </a:ext>
              </a:extLst>
            </p:cNvPr>
            <p:cNvGrpSpPr/>
            <p:nvPr/>
          </p:nvGrpSpPr>
          <p:grpSpPr>
            <a:xfrm>
              <a:off x="231271" y="917189"/>
              <a:ext cx="1274409" cy="625877"/>
              <a:chOff x="1357821" y="4757683"/>
              <a:chExt cx="1274409" cy="625877"/>
            </a:xfrm>
          </p:grpSpPr>
          <p:pic>
            <p:nvPicPr>
              <p:cNvPr id="13" name="Picture 12" descr="A black square with white lines&#10;&#10;Description automatically generated">
                <a:extLst>
                  <a:ext uri="{FF2B5EF4-FFF2-40B4-BE49-F238E27FC236}">
                    <a16:creationId xmlns:a16="http://schemas.microsoft.com/office/drawing/2014/main" id="{9975BC6B-61F7-6B1E-178A-EB5A5CF841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 amt="30000"/>
              </a:blip>
              <a:stretch>
                <a:fillRect/>
              </a:stretch>
            </p:blipFill>
            <p:spPr>
              <a:xfrm>
                <a:off x="1950895" y="4757683"/>
                <a:ext cx="681335" cy="625877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1E6B770-730F-7A2F-0BCC-DFD2371C6F55}"/>
                  </a:ext>
                </a:extLst>
              </p:cNvPr>
              <p:cNvSpPr txBox="1"/>
              <p:nvPr/>
            </p:nvSpPr>
            <p:spPr>
              <a:xfrm>
                <a:off x="1357821" y="4843378"/>
                <a:ext cx="5549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CPU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5C1771-9148-68B9-A280-04E3AC16818D}"/>
                </a:ext>
              </a:extLst>
            </p:cNvPr>
            <p:cNvSpPr/>
            <p:nvPr/>
          </p:nvSpPr>
          <p:spPr>
            <a:xfrm>
              <a:off x="1949880" y="721827"/>
              <a:ext cx="286544" cy="354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92466" y="375300"/>
              <a:ext cx="67213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11, END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FDFA45D-FB80-7473-15AD-5510CE9817D2}"/>
              </a:ext>
            </a:extLst>
          </p:cNvPr>
          <p:cNvGrpSpPr/>
          <p:nvPr/>
        </p:nvGrpSpPr>
        <p:grpSpPr>
          <a:xfrm>
            <a:off x="1912319" y="1366787"/>
            <a:ext cx="407468" cy="2539579"/>
            <a:chOff x="1668759" y="-13958058"/>
            <a:chExt cx="487848" cy="22198517"/>
          </a:xfrm>
        </p:grpSpPr>
        <p:cxnSp>
          <p:nvCxnSpPr>
            <p:cNvPr id="22" name="Straight Arrow Connector 55">
              <a:extLst>
                <a:ext uri="{FF2B5EF4-FFF2-40B4-BE49-F238E27FC236}">
                  <a16:creationId xmlns:a16="http://schemas.microsoft.com/office/drawing/2014/main" id="{983D9F78-2D6B-5B7B-1CC8-21E49EACB0D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4D23E4E-CD3B-49CB-B537-83E58C7B9B9B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8E9DCD-E5A8-3317-BAA2-D65D58276E91}"/>
              </a:ext>
            </a:extLst>
          </p:cNvPr>
          <p:cNvGrpSpPr/>
          <p:nvPr/>
        </p:nvGrpSpPr>
        <p:grpSpPr>
          <a:xfrm>
            <a:off x="325682" y="1650882"/>
            <a:ext cx="1503543" cy="671651"/>
            <a:chOff x="325682" y="1650882"/>
            <a:chExt cx="1503543" cy="67165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DB30B2-CAEA-6F1D-5E94-E5E8075C3320}"/>
                </a:ext>
              </a:extLst>
            </p:cNvPr>
            <p:cNvSpPr txBox="1"/>
            <p:nvPr/>
          </p:nvSpPr>
          <p:spPr>
            <a:xfrm>
              <a:off x="325682" y="1650882"/>
              <a:ext cx="2375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i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A8531FB-5BD7-FF39-4AA3-DDCD7DC84372}"/>
                </a:ext>
              </a:extLst>
            </p:cNvPr>
            <p:cNvSpPr/>
            <p:nvPr/>
          </p:nvSpPr>
          <p:spPr>
            <a:xfrm>
              <a:off x="378434" y="2014756"/>
              <a:ext cx="1450791" cy="307777"/>
            </a:xfrm>
            <a:custGeom>
              <a:avLst/>
              <a:gdLst>
                <a:gd name="connsiteX0" fmla="*/ 0 w 1450791"/>
                <a:gd name="connsiteY0" fmla="*/ 0 h 307777"/>
                <a:gd name="connsiteX1" fmla="*/ 469089 w 1450791"/>
                <a:gd name="connsiteY1" fmla="*/ 0 h 307777"/>
                <a:gd name="connsiteX2" fmla="*/ 909162 w 1450791"/>
                <a:gd name="connsiteY2" fmla="*/ 0 h 307777"/>
                <a:gd name="connsiteX3" fmla="*/ 1450791 w 1450791"/>
                <a:gd name="connsiteY3" fmla="*/ 0 h 307777"/>
                <a:gd name="connsiteX4" fmla="*/ 1450791 w 1450791"/>
                <a:gd name="connsiteY4" fmla="*/ 307777 h 307777"/>
                <a:gd name="connsiteX5" fmla="*/ 996210 w 1450791"/>
                <a:gd name="connsiteY5" fmla="*/ 307777 h 307777"/>
                <a:gd name="connsiteX6" fmla="*/ 483597 w 1450791"/>
                <a:gd name="connsiteY6" fmla="*/ 307777 h 307777"/>
                <a:gd name="connsiteX7" fmla="*/ 0 w 1450791"/>
                <a:gd name="connsiteY7" fmla="*/ 307777 h 307777"/>
                <a:gd name="connsiteX8" fmla="*/ 0 w 1450791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0791" h="307777" extrusionOk="0">
                  <a:moveTo>
                    <a:pt x="0" y="0"/>
                  </a:moveTo>
                  <a:cubicBezTo>
                    <a:pt x="150675" y="-4249"/>
                    <a:pt x="352734" y="-14730"/>
                    <a:pt x="469089" y="0"/>
                  </a:cubicBezTo>
                  <a:cubicBezTo>
                    <a:pt x="585444" y="14730"/>
                    <a:pt x="789481" y="20990"/>
                    <a:pt x="909162" y="0"/>
                  </a:cubicBezTo>
                  <a:cubicBezTo>
                    <a:pt x="1028843" y="-20990"/>
                    <a:pt x="1242402" y="2768"/>
                    <a:pt x="1450791" y="0"/>
                  </a:cubicBezTo>
                  <a:cubicBezTo>
                    <a:pt x="1456229" y="133970"/>
                    <a:pt x="1446634" y="197125"/>
                    <a:pt x="1450791" y="307777"/>
                  </a:cubicBezTo>
                  <a:cubicBezTo>
                    <a:pt x="1333195" y="294757"/>
                    <a:pt x="1100499" y="330196"/>
                    <a:pt x="996210" y="307777"/>
                  </a:cubicBezTo>
                  <a:cubicBezTo>
                    <a:pt x="891921" y="285358"/>
                    <a:pt x="589493" y="289357"/>
                    <a:pt x="483597" y="307777"/>
                  </a:cubicBezTo>
                  <a:cubicBezTo>
                    <a:pt x="377701" y="326197"/>
                    <a:pt x="104073" y="295228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12EF909-F866-DAF9-C4AC-772A2C25B4FE}"/>
              </a:ext>
            </a:extLst>
          </p:cNvPr>
          <p:cNvGrpSpPr/>
          <p:nvPr/>
        </p:nvGrpSpPr>
        <p:grpSpPr>
          <a:xfrm>
            <a:off x="295207" y="2308383"/>
            <a:ext cx="1503543" cy="682835"/>
            <a:chOff x="295207" y="2308383"/>
            <a:chExt cx="1503543" cy="682835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33A1DC5-F284-8748-0065-DB9AD577EF11}"/>
                </a:ext>
              </a:extLst>
            </p:cNvPr>
            <p:cNvSpPr txBox="1"/>
            <p:nvPr/>
          </p:nvSpPr>
          <p:spPr>
            <a:xfrm>
              <a:off x="295207" y="2308383"/>
              <a:ext cx="7446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target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DE993F1-AA93-33D3-C742-1B714BC0A495}"/>
                </a:ext>
              </a:extLst>
            </p:cNvPr>
            <p:cNvSpPr/>
            <p:nvPr/>
          </p:nvSpPr>
          <p:spPr>
            <a:xfrm>
              <a:off x="347959" y="2672257"/>
              <a:ext cx="1450791" cy="307777"/>
            </a:xfrm>
            <a:custGeom>
              <a:avLst/>
              <a:gdLst>
                <a:gd name="connsiteX0" fmla="*/ 0 w 1450791"/>
                <a:gd name="connsiteY0" fmla="*/ 0 h 307777"/>
                <a:gd name="connsiteX1" fmla="*/ 469089 w 1450791"/>
                <a:gd name="connsiteY1" fmla="*/ 0 h 307777"/>
                <a:gd name="connsiteX2" fmla="*/ 909162 w 1450791"/>
                <a:gd name="connsiteY2" fmla="*/ 0 h 307777"/>
                <a:gd name="connsiteX3" fmla="*/ 1450791 w 1450791"/>
                <a:gd name="connsiteY3" fmla="*/ 0 h 307777"/>
                <a:gd name="connsiteX4" fmla="*/ 1450791 w 1450791"/>
                <a:gd name="connsiteY4" fmla="*/ 307777 h 307777"/>
                <a:gd name="connsiteX5" fmla="*/ 996210 w 1450791"/>
                <a:gd name="connsiteY5" fmla="*/ 307777 h 307777"/>
                <a:gd name="connsiteX6" fmla="*/ 483597 w 1450791"/>
                <a:gd name="connsiteY6" fmla="*/ 307777 h 307777"/>
                <a:gd name="connsiteX7" fmla="*/ 0 w 1450791"/>
                <a:gd name="connsiteY7" fmla="*/ 307777 h 307777"/>
                <a:gd name="connsiteX8" fmla="*/ 0 w 1450791"/>
                <a:gd name="connsiteY8" fmla="*/ 0 h 307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0791" h="307777" extrusionOk="0">
                  <a:moveTo>
                    <a:pt x="0" y="0"/>
                  </a:moveTo>
                  <a:cubicBezTo>
                    <a:pt x="150675" y="-4249"/>
                    <a:pt x="352734" y="-14730"/>
                    <a:pt x="469089" y="0"/>
                  </a:cubicBezTo>
                  <a:cubicBezTo>
                    <a:pt x="585444" y="14730"/>
                    <a:pt x="789481" y="20990"/>
                    <a:pt x="909162" y="0"/>
                  </a:cubicBezTo>
                  <a:cubicBezTo>
                    <a:pt x="1028843" y="-20990"/>
                    <a:pt x="1242402" y="2768"/>
                    <a:pt x="1450791" y="0"/>
                  </a:cubicBezTo>
                  <a:cubicBezTo>
                    <a:pt x="1456229" y="133970"/>
                    <a:pt x="1446634" y="197125"/>
                    <a:pt x="1450791" y="307777"/>
                  </a:cubicBezTo>
                  <a:cubicBezTo>
                    <a:pt x="1333195" y="294757"/>
                    <a:pt x="1100499" y="330196"/>
                    <a:pt x="996210" y="307777"/>
                  </a:cubicBezTo>
                  <a:cubicBezTo>
                    <a:pt x="891921" y="285358"/>
                    <a:pt x="589493" y="289357"/>
                    <a:pt x="483597" y="307777"/>
                  </a:cubicBezTo>
                  <a:cubicBezTo>
                    <a:pt x="377701" y="326197"/>
                    <a:pt x="104073" y="295228"/>
                    <a:pt x="0" y="307777"/>
                  </a:cubicBezTo>
                  <a:cubicBezTo>
                    <a:pt x="-6096" y="178844"/>
                    <a:pt x="1978" y="79401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753747D-28F5-57FE-12AF-5892C6CF1193}"/>
                </a:ext>
              </a:extLst>
            </p:cNvPr>
            <p:cNvSpPr txBox="1"/>
            <p:nvPr/>
          </p:nvSpPr>
          <p:spPr>
            <a:xfrm>
              <a:off x="812755" y="2621886"/>
              <a:ext cx="6366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0CD23B59-D171-10B3-3821-6F5CE7928333}"/>
              </a:ext>
            </a:extLst>
          </p:cNvPr>
          <p:cNvSpPr txBox="1"/>
          <p:nvPr/>
        </p:nvSpPr>
        <p:spPr>
          <a:xfrm>
            <a:off x="823373" y="1989039"/>
            <a:ext cx="543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10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8A325ED5-8D16-664C-D2AA-A479208489CC}"/>
              </a:ext>
            </a:extLst>
          </p:cNvPr>
          <p:cNvCxnSpPr>
            <a:cxnSpLocks/>
          </p:cNvCxnSpPr>
          <p:nvPr/>
        </p:nvCxnSpPr>
        <p:spPr>
          <a:xfrm flipV="1">
            <a:off x="3473510" y="4529524"/>
            <a:ext cx="0" cy="155924"/>
          </a:xfrm>
          <a:prstGeom prst="line">
            <a:avLst/>
          </a:prstGeom>
          <a:ln w="254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89C891D-8B47-9F44-FF50-8DBA988D01C2}"/>
              </a:ext>
            </a:extLst>
          </p:cNvPr>
          <p:cNvSpPr txBox="1"/>
          <p:nvPr/>
        </p:nvSpPr>
        <p:spPr>
          <a:xfrm>
            <a:off x="3335567" y="3596455"/>
            <a:ext cx="5430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7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8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618265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25105</TotalTime>
  <Words>459</Words>
  <Application>Microsoft Macintosh PowerPoint</Application>
  <PresentationFormat>Custom</PresentationFormat>
  <Paragraphs>241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Gaegu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Microsoft Office User</dc:creator>
  <cp:keywords/>
  <dc:description/>
  <cp:lastModifiedBy>Charlotte Pierce</cp:lastModifiedBy>
  <cp:revision>110</cp:revision>
  <dcterms:created xsi:type="dcterms:W3CDTF">2023-09-06T05:00:29Z</dcterms:created>
  <dcterms:modified xsi:type="dcterms:W3CDTF">2024-02-09T06:02:10Z</dcterms:modified>
  <cp:category/>
</cp:coreProperties>
</file>