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87" r:id="rId2"/>
    <p:sldId id="296" r:id="rId3"/>
    <p:sldId id="300" r:id="rId4"/>
    <p:sldId id="297" r:id="rId5"/>
    <p:sldId id="298" r:id="rId6"/>
    <p:sldId id="299" r:id="rId7"/>
  </p:sldIdLst>
  <p:sldSz cx="7559675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500"/>
    <a:srgbClr val="C9003B"/>
    <a:srgbClr val="C37050"/>
    <a:srgbClr val="C1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11"/>
    <p:restoredTop sz="94694"/>
  </p:normalViewPr>
  <p:slideViewPr>
    <p:cSldViewPr snapToGrid="0">
      <p:cViewPr varScale="1">
        <p:scale>
          <a:sx n="165" d="100"/>
          <a:sy n="165" d="100"/>
        </p:scale>
        <p:origin x="11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824885"/>
            <a:ext cx="6425724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2647331"/>
            <a:ext cx="5669756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355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358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1256579"/>
            <a:ext cx="6520220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3373044"/>
            <a:ext cx="6520220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/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75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7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1341750"/>
            <a:ext cx="3212862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1341750"/>
            <a:ext cx="3212862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2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268351"/>
            <a:ext cx="6520220" cy="97422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1235577"/>
            <a:ext cx="319809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1841114"/>
            <a:ext cx="3198096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1235577"/>
            <a:ext cx="3213847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1841114"/>
            <a:ext cx="3213847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10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61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2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36021"/>
            <a:ext cx="2438192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725713"/>
            <a:ext cx="3827085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512094"/>
            <a:ext cx="2438192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193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36021"/>
            <a:ext cx="2438192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725713"/>
            <a:ext cx="3827085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512094"/>
            <a:ext cx="2438192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0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8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268350"/>
            <a:ext cx="1630055" cy="427143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268350"/>
            <a:ext cx="4795669" cy="42714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97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268351"/>
            <a:ext cx="6520220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1341750"/>
            <a:ext cx="6520220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4671625"/>
            <a:ext cx="170092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4671625"/>
            <a:ext cx="255139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4671625"/>
            <a:ext cx="170092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3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81252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string language;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write("What language do you use? 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/>
                <a:t>language = </a:t>
              </a:r>
              <a:r>
                <a:rPr lang="en-US" sz="1600" dirty="0" err="1"/>
                <a:t>read_line</a:t>
              </a:r>
              <a:r>
                <a:rPr lang="en-US" sz="1600" dirty="0"/>
                <a:t>();</a:t>
              </a:r>
              <a:br>
                <a:rPr lang="en-US" sz="1600" dirty="0"/>
              </a:br>
              <a:endParaRPr lang="en-US" sz="1600" dirty="0"/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if (language == "C++")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    write_line("Good choice, C++ is a great language.");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52" indent="-342952">
                <a:buFont typeface="+mj-lt"/>
                <a:buAutoNum type="arabicPeriod"/>
              </a:pP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write_line("Great chat!");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193905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3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85168" cy="671651"/>
              <a:chOff x="515794" y="3612564"/>
              <a:chExt cx="1843702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11954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language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782346" cy="307777"/>
              </a:xfrm>
              <a:custGeom>
                <a:avLst/>
                <a:gdLst>
                  <a:gd name="connsiteX0" fmla="*/ 0 w 1782346"/>
                  <a:gd name="connsiteY0" fmla="*/ 0 h 307777"/>
                  <a:gd name="connsiteX1" fmla="*/ 576292 w 1782346"/>
                  <a:gd name="connsiteY1" fmla="*/ 0 h 307777"/>
                  <a:gd name="connsiteX2" fmla="*/ 1116937 w 1782346"/>
                  <a:gd name="connsiteY2" fmla="*/ 0 h 307777"/>
                  <a:gd name="connsiteX3" fmla="*/ 1782346 w 1782346"/>
                  <a:gd name="connsiteY3" fmla="*/ 0 h 307777"/>
                  <a:gd name="connsiteX4" fmla="*/ 1782346 w 1782346"/>
                  <a:gd name="connsiteY4" fmla="*/ 307777 h 307777"/>
                  <a:gd name="connsiteX5" fmla="*/ 1223878 w 1782346"/>
                  <a:gd name="connsiteY5" fmla="*/ 307777 h 307777"/>
                  <a:gd name="connsiteX6" fmla="*/ 594115 w 1782346"/>
                  <a:gd name="connsiteY6" fmla="*/ 307777 h 307777"/>
                  <a:gd name="connsiteX7" fmla="*/ 0 w 1782346"/>
                  <a:gd name="connsiteY7" fmla="*/ 307777 h 307777"/>
                  <a:gd name="connsiteX8" fmla="*/ 0 w 1782346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82346" h="307777" extrusionOk="0">
                    <a:moveTo>
                      <a:pt x="0" y="0"/>
                    </a:moveTo>
                    <a:cubicBezTo>
                      <a:pt x="126877" y="17471"/>
                      <a:pt x="396862" y="-4167"/>
                      <a:pt x="576292" y="0"/>
                    </a:cubicBezTo>
                    <a:cubicBezTo>
                      <a:pt x="755722" y="4167"/>
                      <a:pt x="963895" y="17077"/>
                      <a:pt x="1116937" y="0"/>
                    </a:cubicBezTo>
                    <a:cubicBezTo>
                      <a:pt x="1269980" y="-17077"/>
                      <a:pt x="1450510" y="10433"/>
                      <a:pt x="1782346" y="0"/>
                    </a:cubicBezTo>
                    <a:cubicBezTo>
                      <a:pt x="1787784" y="133970"/>
                      <a:pt x="1778189" y="197125"/>
                      <a:pt x="1782346" y="307777"/>
                    </a:cubicBezTo>
                    <a:cubicBezTo>
                      <a:pt x="1608648" y="317304"/>
                      <a:pt x="1398803" y="317704"/>
                      <a:pt x="1223878" y="307777"/>
                    </a:cubicBezTo>
                    <a:cubicBezTo>
                      <a:pt x="1048953" y="297850"/>
                      <a:pt x="888820" y="293985"/>
                      <a:pt x="594115" y="307777"/>
                    </a:cubicBezTo>
                    <a:cubicBezTo>
                      <a:pt x="299410" y="321569"/>
                      <a:pt x="270046" y="32736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C++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6097923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C++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47650" y="1298683"/>
            <a:ext cx="407468" cy="2567059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44594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79D6D41-105C-FB51-AC96-A544404112E8}"/>
              </a:ext>
            </a:extLst>
          </p:cNvPr>
          <p:cNvSpPr txBox="1"/>
          <p:nvPr/>
        </p:nvSpPr>
        <p:spPr>
          <a:xfrm>
            <a:off x="2273467" y="627246"/>
            <a:ext cx="504627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52" indent="-342952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string language;</a:t>
            </a:r>
          </a:p>
          <a:p>
            <a:pPr marL="342952" indent="-342952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write("What language do you use? ");</a:t>
            </a:r>
          </a:p>
          <a:p>
            <a:pPr marL="342952" indent="-342952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language =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read_line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();</a:t>
            </a:r>
            <a:br>
              <a:rPr lang="en-US" sz="1600" dirty="0">
                <a:solidFill>
                  <a:schemeClr val="bg1">
                    <a:lumMod val="65000"/>
                  </a:schemeClr>
                </a:solidFill>
              </a:rPr>
            </a:b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  <a:p>
            <a:pPr marL="342952" indent="-342952">
              <a:buFont typeface="+mj-lt"/>
              <a:buAutoNum type="arabicPeriod"/>
            </a:pPr>
            <a:r>
              <a:rPr lang="en-US" sz="1600" dirty="0"/>
              <a:t>if (language == "C++")</a:t>
            </a:r>
          </a:p>
          <a:p>
            <a:pPr marL="342952" indent="-342952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{</a:t>
            </a:r>
          </a:p>
          <a:p>
            <a:pPr marL="342952" indent="-342952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   write_line("Good choice, C++ is a great language.");</a:t>
            </a:r>
          </a:p>
          <a:p>
            <a:pPr marL="342952" indent="-342952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}</a:t>
            </a:r>
          </a:p>
          <a:p>
            <a:pPr marL="342952" indent="-342952">
              <a:buFont typeface="+mj-lt"/>
              <a:buAutoNum type="arabicPeriod"/>
            </a:pP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  <a:p>
            <a:pPr marL="342952" indent="-342952">
              <a:buFont typeface="+mj-lt"/>
              <a:buAutoNum type="arabicPeriod"/>
            </a:pP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write_line("Great chat!");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BCA10F-924D-E145-7FF6-9A1953DEE281}"/>
              </a:ext>
            </a:extLst>
          </p:cNvPr>
          <p:cNvGrpSpPr/>
          <p:nvPr/>
        </p:nvGrpSpPr>
        <p:grpSpPr>
          <a:xfrm>
            <a:off x="229043" y="4025687"/>
            <a:ext cx="1274409" cy="625877"/>
            <a:chOff x="1357821" y="4757683"/>
            <a:chExt cx="1274409" cy="625877"/>
          </a:xfrm>
        </p:grpSpPr>
        <p:pic>
          <p:nvPicPr>
            <p:cNvPr id="13" name="Picture 12" descr="A black square with white lines&#10;&#10;Description automatically generated">
              <a:extLst>
                <a:ext uri="{FF2B5EF4-FFF2-40B4-BE49-F238E27FC236}">
                  <a16:creationId xmlns:a16="http://schemas.microsoft.com/office/drawing/2014/main" id="{9975BC6B-61F7-6B1E-178A-EB5A5CF84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1950895" y="4757683"/>
              <a:ext cx="681335" cy="62587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1357821" y="4843378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896A7BA-08CF-32E6-6836-EBE01A61209D}"/>
              </a:ext>
            </a:extLst>
          </p:cNvPr>
          <p:cNvSpPr txBox="1"/>
          <p:nvPr/>
        </p:nvSpPr>
        <p:spPr>
          <a:xfrm>
            <a:off x="485123" y="571233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The Stack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1F76148-6180-4659-D4A7-BBA4F34A68D0}"/>
              </a:ext>
            </a:extLst>
          </p:cNvPr>
          <p:cNvGrpSpPr/>
          <p:nvPr/>
        </p:nvGrpSpPr>
        <p:grpSpPr>
          <a:xfrm>
            <a:off x="237102" y="563661"/>
            <a:ext cx="7081019" cy="2633707"/>
            <a:chOff x="239327" y="704652"/>
            <a:chExt cx="7081020" cy="71283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4E695AC-7393-02EF-35F2-A6C76AC72756}"/>
                </a:ext>
              </a:extLst>
            </p:cNvPr>
            <p:cNvCxnSpPr>
              <a:cxnSpLocks/>
            </p:cNvCxnSpPr>
            <p:nvPr/>
          </p:nvCxnSpPr>
          <p:spPr>
            <a:xfrm>
              <a:off x="2208417" y="789175"/>
              <a:ext cx="0" cy="7043852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9972E63-2ADF-1620-345A-182BFBAF91AF}"/>
                </a:ext>
              </a:extLst>
            </p:cNvPr>
            <p:cNvSpPr/>
            <p:nvPr/>
          </p:nvSpPr>
          <p:spPr>
            <a:xfrm>
              <a:off x="239327" y="704652"/>
              <a:ext cx="7081020" cy="7128375"/>
            </a:xfrm>
            <a:custGeom>
              <a:avLst/>
              <a:gdLst>
                <a:gd name="connsiteX0" fmla="*/ 0 w 7081020"/>
                <a:gd name="connsiteY0" fmla="*/ 0 h 7128375"/>
                <a:gd name="connsiteX1" fmla="*/ 572919 w 7081020"/>
                <a:gd name="connsiteY1" fmla="*/ 0 h 7128375"/>
                <a:gd name="connsiteX2" fmla="*/ 1004217 w 7081020"/>
                <a:gd name="connsiteY2" fmla="*/ 0 h 7128375"/>
                <a:gd name="connsiteX3" fmla="*/ 1789567 w 7081020"/>
                <a:gd name="connsiteY3" fmla="*/ 0 h 7128375"/>
                <a:gd name="connsiteX4" fmla="*/ 2362486 w 7081020"/>
                <a:gd name="connsiteY4" fmla="*/ 0 h 7128375"/>
                <a:gd name="connsiteX5" fmla="*/ 2935405 w 7081020"/>
                <a:gd name="connsiteY5" fmla="*/ 0 h 7128375"/>
                <a:gd name="connsiteX6" fmla="*/ 3720754 w 7081020"/>
                <a:gd name="connsiteY6" fmla="*/ 0 h 7128375"/>
                <a:gd name="connsiteX7" fmla="*/ 4222863 w 7081020"/>
                <a:gd name="connsiteY7" fmla="*/ 0 h 7128375"/>
                <a:gd name="connsiteX8" fmla="*/ 5008212 w 7081020"/>
                <a:gd name="connsiteY8" fmla="*/ 0 h 7128375"/>
                <a:gd name="connsiteX9" fmla="*/ 5793562 w 7081020"/>
                <a:gd name="connsiteY9" fmla="*/ 0 h 7128375"/>
                <a:gd name="connsiteX10" fmla="*/ 6437291 w 7081020"/>
                <a:gd name="connsiteY10" fmla="*/ 0 h 7128375"/>
                <a:gd name="connsiteX11" fmla="*/ 7081020 w 7081020"/>
                <a:gd name="connsiteY11" fmla="*/ 0 h 7128375"/>
                <a:gd name="connsiteX12" fmla="*/ 7081020 w 7081020"/>
                <a:gd name="connsiteY12" fmla="*/ 576750 h 7128375"/>
                <a:gd name="connsiteX13" fmla="*/ 7081020 w 7081020"/>
                <a:gd name="connsiteY13" fmla="*/ 1010933 h 7128375"/>
                <a:gd name="connsiteX14" fmla="*/ 7081020 w 7081020"/>
                <a:gd name="connsiteY14" fmla="*/ 1658967 h 7128375"/>
                <a:gd name="connsiteX15" fmla="*/ 7081020 w 7081020"/>
                <a:gd name="connsiteY15" fmla="*/ 2307001 h 7128375"/>
                <a:gd name="connsiteX16" fmla="*/ 7081020 w 7081020"/>
                <a:gd name="connsiteY16" fmla="*/ 2955035 h 7128375"/>
                <a:gd name="connsiteX17" fmla="*/ 7081020 w 7081020"/>
                <a:gd name="connsiteY17" fmla="*/ 3674353 h 7128375"/>
                <a:gd name="connsiteX18" fmla="*/ 7081020 w 7081020"/>
                <a:gd name="connsiteY18" fmla="*/ 4393671 h 7128375"/>
                <a:gd name="connsiteX19" fmla="*/ 7081020 w 7081020"/>
                <a:gd name="connsiteY19" fmla="*/ 5112989 h 7128375"/>
                <a:gd name="connsiteX20" fmla="*/ 7081020 w 7081020"/>
                <a:gd name="connsiteY20" fmla="*/ 5547172 h 7128375"/>
                <a:gd name="connsiteX21" fmla="*/ 7081020 w 7081020"/>
                <a:gd name="connsiteY21" fmla="*/ 6052638 h 7128375"/>
                <a:gd name="connsiteX22" fmla="*/ 7081020 w 7081020"/>
                <a:gd name="connsiteY22" fmla="*/ 7128375 h 7128375"/>
                <a:gd name="connsiteX23" fmla="*/ 6508101 w 7081020"/>
                <a:gd name="connsiteY23" fmla="*/ 7128375 h 7128375"/>
                <a:gd name="connsiteX24" fmla="*/ 5864372 w 7081020"/>
                <a:gd name="connsiteY24" fmla="*/ 7128375 h 7128375"/>
                <a:gd name="connsiteX25" fmla="*/ 5433074 w 7081020"/>
                <a:gd name="connsiteY25" fmla="*/ 7128375 h 7128375"/>
                <a:gd name="connsiteX26" fmla="*/ 5001775 w 7081020"/>
                <a:gd name="connsiteY26" fmla="*/ 7128375 h 7128375"/>
                <a:gd name="connsiteX27" fmla="*/ 4358046 w 7081020"/>
                <a:gd name="connsiteY27" fmla="*/ 7128375 h 7128375"/>
                <a:gd name="connsiteX28" fmla="*/ 3855937 w 7081020"/>
                <a:gd name="connsiteY28" fmla="*/ 7128375 h 7128375"/>
                <a:gd name="connsiteX29" fmla="*/ 3141398 w 7081020"/>
                <a:gd name="connsiteY29" fmla="*/ 7128375 h 7128375"/>
                <a:gd name="connsiteX30" fmla="*/ 2639289 w 7081020"/>
                <a:gd name="connsiteY30" fmla="*/ 7128375 h 7128375"/>
                <a:gd name="connsiteX31" fmla="*/ 1924750 w 7081020"/>
                <a:gd name="connsiteY31" fmla="*/ 7128375 h 7128375"/>
                <a:gd name="connsiteX32" fmla="*/ 1493451 w 7081020"/>
                <a:gd name="connsiteY32" fmla="*/ 7128375 h 7128375"/>
                <a:gd name="connsiteX33" fmla="*/ 778912 w 7081020"/>
                <a:gd name="connsiteY33" fmla="*/ 7128375 h 7128375"/>
                <a:gd name="connsiteX34" fmla="*/ 0 w 7081020"/>
                <a:gd name="connsiteY34" fmla="*/ 7128375 h 7128375"/>
                <a:gd name="connsiteX35" fmla="*/ 0 w 7081020"/>
                <a:gd name="connsiteY35" fmla="*/ 6694192 h 7128375"/>
                <a:gd name="connsiteX36" fmla="*/ 0 w 7081020"/>
                <a:gd name="connsiteY36" fmla="*/ 6117442 h 7128375"/>
                <a:gd name="connsiteX37" fmla="*/ 0 w 7081020"/>
                <a:gd name="connsiteY37" fmla="*/ 5326840 h 7128375"/>
                <a:gd name="connsiteX38" fmla="*/ 0 w 7081020"/>
                <a:gd name="connsiteY38" fmla="*/ 4821374 h 7128375"/>
                <a:gd name="connsiteX39" fmla="*/ 0 w 7081020"/>
                <a:gd name="connsiteY39" fmla="*/ 4387191 h 7128375"/>
                <a:gd name="connsiteX40" fmla="*/ 0 w 7081020"/>
                <a:gd name="connsiteY40" fmla="*/ 3953008 h 7128375"/>
                <a:gd name="connsiteX41" fmla="*/ 0 w 7081020"/>
                <a:gd name="connsiteY41" fmla="*/ 3233690 h 7128375"/>
                <a:gd name="connsiteX42" fmla="*/ 0 w 7081020"/>
                <a:gd name="connsiteY42" fmla="*/ 2799507 h 7128375"/>
                <a:gd name="connsiteX43" fmla="*/ 0 w 7081020"/>
                <a:gd name="connsiteY43" fmla="*/ 2151473 h 7128375"/>
                <a:gd name="connsiteX44" fmla="*/ 0 w 7081020"/>
                <a:gd name="connsiteY44" fmla="*/ 1646007 h 7128375"/>
                <a:gd name="connsiteX45" fmla="*/ 0 w 7081020"/>
                <a:gd name="connsiteY45" fmla="*/ 997972 h 7128375"/>
                <a:gd name="connsiteX46" fmla="*/ 0 w 7081020"/>
                <a:gd name="connsiteY46" fmla="*/ 0 h 712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7081020" h="7128375" extrusionOk="0">
                  <a:moveTo>
                    <a:pt x="0" y="0"/>
                  </a:moveTo>
                  <a:cubicBezTo>
                    <a:pt x="210263" y="22018"/>
                    <a:pt x="413341" y="21500"/>
                    <a:pt x="572919" y="0"/>
                  </a:cubicBezTo>
                  <a:cubicBezTo>
                    <a:pt x="732497" y="-21500"/>
                    <a:pt x="792396" y="690"/>
                    <a:pt x="1004217" y="0"/>
                  </a:cubicBezTo>
                  <a:cubicBezTo>
                    <a:pt x="1216038" y="-690"/>
                    <a:pt x="1615716" y="10174"/>
                    <a:pt x="1789567" y="0"/>
                  </a:cubicBezTo>
                  <a:cubicBezTo>
                    <a:pt x="1963418" y="-10174"/>
                    <a:pt x="2244829" y="4874"/>
                    <a:pt x="2362486" y="0"/>
                  </a:cubicBezTo>
                  <a:cubicBezTo>
                    <a:pt x="2480143" y="-4874"/>
                    <a:pt x="2735114" y="-20363"/>
                    <a:pt x="2935405" y="0"/>
                  </a:cubicBezTo>
                  <a:cubicBezTo>
                    <a:pt x="3135696" y="20363"/>
                    <a:pt x="3436871" y="-29544"/>
                    <a:pt x="3720754" y="0"/>
                  </a:cubicBezTo>
                  <a:cubicBezTo>
                    <a:pt x="4004637" y="29544"/>
                    <a:pt x="4028634" y="1501"/>
                    <a:pt x="4222863" y="0"/>
                  </a:cubicBezTo>
                  <a:cubicBezTo>
                    <a:pt x="4417092" y="-1501"/>
                    <a:pt x="4654536" y="13421"/>
                    <a:pt x="5008212" y="0"/>
                  </a:cubicBezTo>
                  <a:cubicBezTo>
                    <a:pt x="5361888" y="-13421"/>
                    <a:pt x="5558134" y="-3460"/>
                    <a:pt x="5793562" y="0"/>
                  </a:cubicBezTo>
                  <a:cubicBezTo>
                    <a:pt x="6028990" y="3460"/>
                    <a:pt x="6283140" y="-18066"/>
                    <a:pt x="6437291" y="0"/>
                  </a:cubicBezTo>
                  <a:cubicBezTo>
                    <a:pt x="6591442" y="18066"/>
                    <a:pt x="6828068" y="20319"/>
                    <a:pt x="7081020" y="0"/>
                  </a:cubicBezTo>
                  <a:cubicBezTo>
                    <a:pt x="7086679" y="197309"/>
                    <a:pt x="7052409" y="340961"/>
                    <a:pt x="7081020" y="576750"/>
                  </a:cubicBezTo>
                  <a:cubicBezTo>
                    <a:pt x="7109632" y="812539"/>
                    <a:pt x="7078751" y="855081"/>
                    <a:pt x="7081020" y="1010933"/>
                  </a:cubicBezTo>
                  <a:cubicBezTo>
                    <a:pt x="7083289" y="1166785"/>
                    <a:pt x="7071237" y="1407724"/>
                    <a:pt x="7081020" y="1658967"/>
                  </a:cubicBezTo>
                  <a:cubicBezTo>
                    <a:pt x="7090803" y="1910210"/>
                    <a:pt x="7062603" y="2032907"/>
                    <a:pt x="7081020" y="2307001"/>
                  </a:cubicBezTo>
                  <a:cubicBezTo>
                    <a:pt x="7099437" y="2581095"/>
                    <a:pt x="7090470" y="2745162"/>
                    <a:pt x="7081020" y="2955035"/>
                  </a:cubicBezTo>
                  <a:cubicBezTo>
                    <a:pt x="7071570" y="3164908"/>
                    <a:pt x="7066660" y="3460273"/>
                    <a:pt x="7081020" y="3674353"/>
                  </a:cubicBezTo>
                  <a:cubicBezTo>
                    <a:pt x="7095380" y="3888433"/>
                    <a:pt x="7101845" y="4088684"/>
                    <a:pt x="7081020" y="4393671"/>
                  </a:cubicBezTo>
                  <a:cubicBezTo>
                    <a:pt x="7060195" y="4698658"/>
                    <a:pt x="7045749" y="4754912"/>
                    <a:pt x="7081020" y="5112989"/>
                  </a:cubicBezTo>
                  <a:cubicBezTo>
                    <a:pt x="7116291" y="5471066"/>
                    <a:pt x="7081173" y="5404600"/>
                    <a:pt x="7081020" y="5547172"/>
                  </a:cubicBezTo>
                  <a:cubicBezTo>
                    <a:pt x="7080867" y="5689744"/>
                    <a:pt x="7067424" y="5891982"/>
                    <a:pt x="7081020" y="6052638"/>
                  </a:cubicBezTo>
                  <a:cubicBezTo>
                    <a:pt x="7094616" y="6213294"/>
                    <a:pt x="7107647" y="6614038"/>
                    <a:pt x="7081020" y="7128375"/>
                  </a:cubicBezTo>
                  <a:cubicBezTo>
                    <a:pt x="6954770" y="7122103"/>
                    <a:pt x="6779392" y="7110310"/>
                    <a:pt x="6508101" y="7128375"/>
                  </a:cubicBezTo>
                  <a:cubicBezTo>
                    <a:pt x="6236810" y="7146440"/>
                    <a:pt x="6026138" y="7145017"/>
                    <a:pt x="5864372" y="7128375"/>
                  </a:cubicBezTo>
                  <a:cubicBezTo>
                    <a:pt x="5702606" y="7111733"/>
                    <a:pt x="5551602" y="7148973"/>
                    <a:pt x="5433074" y="7128375"/>
                  </a:cubicBezTo>
                  <a:cubicBezTo>
                    <a:pt x="5314546" y="7107777"/>
                    <a:pt x="5146991" y="7129476"/>
                    <a:pt x="5001775" y="7128375"/>
                  </a:cubicBezTo>
                  <a:cubicBezTo>
                    <a:pt x="4856559" y="7127274"/>
                    <a:pt x="4630755" y="7126059"/>
                    <a:pt x="4358046" y="7128375"/>
                  </a:cubicBezTo>
                  <a:cubicBezTo>
                    <a:pt x="4085337" y="7130691"/>
                    <a:pt x="3967138" y="7142143"/>
                    <a:pt x="3855937" y="7128375"/>
                  </a:cubicBezTo>
                  <a:cubicBezTo>
                    <a:pt x="3744736" y="7114607"/>
                    <a:pt x="3452305" y="7132533"/>
                    <a:pt x="3141398" y="7128375"/>
                  </a:cubicBezTo>
                  <a:cubicBezTo>
                    <a:pt x="2830491" y="7124217"/>
                    <a:pt x="2779193" y="7123189"/>
                    <a:pt x="2639289" y="7128375"/>
                  </a:cubicBezTo>
                  <a:cubicBezTo>
                    <a:pt x="2499385" y="7133561"/>
                    <a:pt x="2173760" y="7093547"/>
                    <a:pt x="1924750" y="7128375"/>
                  </a:cubicBezTo>
                  <a:cubicBezTo>
                    <a:pt x="1675740" y="7163203"/>
                    <a:pt x="1667255" y="7133285"/>
                    <a:pt x="1493451" y="7128375"/>
                  </a:cubicBezTo>
                  <a:cubicBezTo>
                    <a:pt x="1319647" y="7123465"/>
                    <a:pt x="928836" y="7162812"/>
                    <a:pt x="778912" y="7128375"/>
                  </a:cubicBezTo>
                  <a:cubicBezTo>
                    <a:pt x="628988" y="7093938"/>
                    <a:pt x="182251" y="7126729"/>
                    <a:pt x="0" y="7128375"/>
                  </a:cubicBezTo>
                  <a:cubicBezTo>
                    <a:pt x="17581" y="6957036"/>
                    <a:pt x="19306" y="6836112"/>
                    <a:pt x="0" y="6694192"/>
                  </a:cubicBezTo>
                  <a:cubicBezTo>
                    <a:pt x="-19306" y="6552272"/>
                    <a:pt x="-27487" y="6330951"/>
                    <a:pt x="0" y="6117442"/>
                  </a:cubicBezTo>
                  <a:cubicBezTo>
                    <a:pt x="27487" y="5903933"/>
                    <a:pt x="34445" y="5603571"/>
                    <a:pt x="0" y="5326840"/>
                  </a:cubicBezTo>
                  <a:cubicBezTo>
                    <a:pt x="-34445" y="5050109"/>
                    <a:pt x="22424" y="5011072"/>
                    <a:pt x="0" y="4821374"/>
                  </a:cubicBezTo>
                  <a:cubicBezTo>
                    <a:pt x="-22424" y="4631676"/>
                    <a:pt x="-9224" y="4579426"/>
                    <a:pt x="0" y="4387191"/>
                  </a:cubicBezTo>
                  <a:cubicBezTo>
                    <a:pt x="9224" y="4194956"/>
                    <a:pt x="12046" y="4059739"/>
                    <a:pt x="0" y="3953008"/>
                  </a:cubicBezTo>
                  <a:cubicBezTo>
                    <a:pt x="-12046" y="3846277"/>
                    <a:pt x="-2171" y="3399792"/>
                    <a:pt x="0" y="3233690"/>
                  </a:cubicBezTo>
                  <a:cubicBezTo>
                    <a:pt x="2171" y="3067588"/>
                    <a:pt x="-5609" y="2974591"/>
                    <a:pt x="0" y="2799507"/>
                  </a:cubicBezTo>
                  <a:cubicBezTo>
                    <a:pt x="5609" y="2624423"/>
                    <a:pt x="-28770" y="2289599"/>
                    <a:pt x="0" y="2151473"/>
                  </a:cubicBezTo>
                  <a:cubicBezTo>
                    <a:pt x="28770" y="2013347"/>
                    <a:pt x="-2451" y="1763400"/>
                    <a:pt x="0" y="1646007"/>
                  </a:cubicBezTo>
                  <a:cubicBezTo>
                    <a:pt x="2451" y="1528614"/>
                    <a:pt x="-5029" y="1223026"/>
                    <a:pt x="0" y="997972"/>
                  </a:cubicBezTo>
                  <a:cubicBezTo>
                    <a:pt x="5029" y="772919"/>
                    <a:pt x="-35205" y="296777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041239-5E19-1885-DBBA-360623883237}"/>
              </a:ext>
            </a:extLst>
          </p:cNvPr>
          <p:cNvGrpSpPr/>
          <p:nvPr/>
        </p:nvGrpSpPr>
        <p:grpSpPr>
          <a:xfrm>
            <a:off x="3334412" y="3289029"/>
            <a:ext cx="3996218" cy="1532972"/>
            <a:chOff x="4993885" y="4429523"/>
            <a:chExt cx="6705679" cy="187641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7659A1-007A-5A1A-3C43-D31914FA600E}"/>
                </a:ext>
              </a:extLst>
            </p:cNvPr>
            <p:cNvSpPr/>
            <p:nvPr/>
          </p:nvSpPr>
          <p:spPr>
            <a:xfrm>
              <a:off x="4993886" y="4490436"/>
              <a:ext cx="6685443" cy="1815499"/>
            </a:xfrm>
            <a:custGeom>
              <a:avLst/>
              <a:gdLst>
                <a:gd name="connsiteX0" fmla="*/ 0 w 6685443"/>
                <a:gd name="connsiteY0" fmla="*/ 0 h 1815499"/>
                <a:gd name="connsiteX1" fmla="*/ 601690 w 6685443"/>
                <a:gd name="connsiteY1" fmla="*/ 0 h 1815499"/>
                <a:gd name="connsiteX2" fmla="*/ 1069671 w 6685443"/>
                <a:gd name="connsiteY2" fmla="*/ 0 h 1815499"/>
                <a:gd name="connsiteX3" fmla="*/ 1871924 w 6685443"/>
                <a:gd name="connsiteY3" fmla="*/ 0 h 1815499"/>
                <a:gd name="connsiteX4" fmla="*/ 2473614 w 6685443"/>
                <a:gd name="connsiteY4" fmla="*/ 0 h 1815499"/>
                <a:gd name="connsiteX5" fmla="*/ 3075304 w 6685443"/>
                <a:gd name="connsiteY5" fmla="*/ 0 h 1815499"/>
                <a:gd name="connsiteX6" fmla="*/ 3877557 w 6685443"/>
                <a:gd name="connsiteY6" fmla="*/ 0 h 1815499"/>
                <a:gd name="connsiteX7" fmla="*/ 4412392 w 6685443"/>
                <a:gd name="connsiteY7" fmla="*/ 0 h 1815499"/>
                <a:gd name="connsiteX8" fmla="*/ 5214646 w 6685443"/>
                <a:gd name="connsiteY8" fmla="*/ 0 h 1815499"/>
                <a:gd name="connsiteX9" fmla="*/ 6016899 w 6685443"/>
                <a:gd name="connsiteY9" fmla="*/ 0 h 1815499"/>
                <a:gd name="connsiteX10" fmla="*/ 6685443 w 6685443"/>
                <a:gd name="connsiteY10" fmla="*/ 0 h 1815499"/>
                <a:gd name="connsiteX11" fmla="*/ 6685443 w 6685443"/>
                <a:gd name="connsiteY11" fmla="*/ 641476 h 1815499"/>
                <a:gd name="connsiteX12" fmla="*/ 6685443 w 6685443"/>
                <a:gd name="connsiteY12" fmla="*/ 1264798 h 1815499"/>
                <a:gd name="connsiteX13" fmla="*/ 6685443 w 6685443"/>
                <a:gd name="connsiteY13" fmla="*/ 1815499 h 1815499"/>
                <a:gd name="connsiteX14" fmla="*/ 6016899 w 6685443"/>
                <a:gd name="connsiteY14" fmla="*/ 1815499 h 1815499"/>
                <a:gd name="connsiteX15" fmla="*/ 5482063 w 6685443"/>
                <a:gd name="connsiteY15" fmla="*/ 1815499 h 1815499"/>
                <a:gd name="connsiteX16" fmla="*/ 4813519 w 6685443"/>
                <a:gd name="connsiteY16" fmla="*/ 1815499 h 1815499"/>
                <a:gd name="connsiteX17" fmla="*/ 4011266 w 6685443"/>
                <a:gd name="connsiteY17" fmla="*/ 1815499 h 1815499"/>
                <a:gd name="connsiteX18" fmla="*/ 3342722 w 6685443"/>
                <a:gd name="connsiteY18" fmla="*/ 1815499 h 1815499"/>
                <a:gd name="connsiteX19" fmla="*/ 2874740 w 6685443"/>
                <a:gd name="connsiteY19" fmla="*/ 1815499 h 1815499"/>
                <a:gd name="connsiteX20" fmla="*/ 2339905 w 6685443"/>
                <a:gd name="connsiteY20" fmla="*/ 1815499 h 1815499"/>
                <a:gd name="connsiteX21" fmla="*/ 1537652 w 6685443"/>
                <a:gd name="connsiteY21" fmla="*/ 1815499 h 1815499"/>
                <a:gd name="connsiteX22" fmla="*/ 869108 w 6685443"/>
                <a:gd name="connsiteY22" fmla="*/ 1815499 h 1815499"/>
                <a:gd name="connsiteX23" fmla="*/ 0 w 6685443"/>
                <a:gd name="connsiteY23" fmla="*/ 1815499 h 1815499"/>
                <a:gd name="connsiteX24" fmla="*/ 0 w 6685443"/>
                <a:gd name="connsiteY24" fmla="*/ 1210333 h 1815499"/>
                <a:gd name="connsiteX25" fmla="*/ 0 w 6685443"/>
                <a:gd name="connsiteY25" fmla="*/ 659631 h 1815499"/>
                <a:gd name="connsiteX26" fmla="*/ 0 w 6685443"/>
                <a:gd name="connsiteY26" fmla="*/ 0 h 18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685443" h="1815499" extrusionOk="0">
                  <a:moveTo>
                    <a:pt x="0" y="0"/>
                  </a:moveTo>
                  <a:cubicBezTo>
                    <a:pt x="197687" y="5421"/>
                    <a:pt x="392637" y="-27165"/>
                    <a:pt x="601690" y="0"/>
                  </a:cubicBezTo>
                  <a:cubicBezTo>
                    <a:pt x="810743" y="27165"/>
                    <a:pt x="967174" y="20034"/>
                    <a:pt x="1069671" y="0"/>
                  </a:cubicBezTo>
                  <a:cubicBezTo>
                    <a:pt x="1172168" y="-20034"/>
                    <a:pt x="1481114" y="26288"/>
                    <a:pt x="1871924" y="0"/>
                  </a:cubicBezTo>
                  <a:cubicBezTo>
                    <a:pt x="2262734" y="-26288"/>
                    <a:pt x="2275646" y="9816"/>
                    <a:pt x="2473614" y="0"/>
                  </a:cubicBezTo>
                  <a:cubicBezTo>
                    <a:pt x="2671582" y="-9816"/>
                    <a:pt x="2837715" y="-16866"/>
                    <a:pt x="3075304" y="0"/>
                  </a:cubicBezTo>
                  <a:cubicBezTo>
                    <a:pt x="3312893" y="16866"/>
                    <a:pt x="3565082" y="13656"/>
                    <a:pt x="3877557" y="0"/>
                  </a:cubicBezTo>
                  <a:cubicBezTo>
                    <a:pt x="4190032" y="-13656"/>
                    <a:pt x="4275680" y="23045"/>
                    <a:pt x="4412392" y="0"/>
                  </a:cubicBezTo>
                  <a:cubicBezTo>
                    <a:pt x="4549105" y="-23045"/>
                    <a:pt x="4974381" y="13533"/>
                    <a:pt x="5214646" y="0"/>
                  </a:cubicBezTo>
                  <a:cubicBezTo>
                    <a:pt x="5454911" y="-13533"/>
                    <a:pt x="5621382" y="6072"/>
                    <a:pt x="6016899" y="0"/>
                  </a:cubicBezTo>
                  <a:cubicBezTo>
                    <a:pt x="6412416" y="-6072"/>
                    <a:pt x="6368099" y="-22480"/>
                    <a:pt x="6685443" y="0"/>
                  </a:cubicBezTo>
                  <a:cubicBezTo>
                    <a:pt x="6675060" y="141143"/>
                    <a:pt x="6688790" y="422707"/>
                    <a:pt x="6685443" y="641476"/>
                  </a:cubicBezTo>
                  <a:cubicBezTo>
                    <a:pt x="6682096" y="860245"/>
                    <a:pt x="6676921" y="1110529"/>
                    <a:pt x="6685443" y="1264798"/>
                  </a:cubicBezTo>
                  <a:cubicBezTo>
                    <a:pt x="6693965" y="1419067"/>
                    <a:pt x="6712438" y="1626237"/>
                    <a:pt x="6685443" y="1815499"/>
                  </a:cubicBezTo>
                  <a:cubicBezTo>
                    <a:pt x="6531485" y="1826631"/>
                    <a:pt x="6258288" y="1826162"/>
                    <a:pt x="6016899" y="1815499"/>
                  </a:cubicBezTo>
                  <a:cubicBezTo>
                    <a:pt x="5775510" y="1804836"/>
                    <a:pt x="5635687" y="1808580"/>
                    <a:pt x="5482063" y="1815499"/>
                  </a:cubicBezTo>
                  <a:cubicBezTo>
                    <a:pt x="5328439" y="1822418"/>
                    <a:pt x="4969533" y="1798322"/>
                    <a:pt x="4813519" y="1815499"/>
                  </a:cubicBezTo>
                  <a:cubicBezTo>
                    <a:pt x="4657505" y="1832676"/>
                    <a:pt x="4277484" y="1797792"/>
                    <a:pt x="4011266" y="1815499"/>
                  </a:cubicBezTo>
                  <a:cubicBezTo>
                    <a:pt x="3745048" y="1833206"/>
                    <a:pt x="3503887" y="1798854"/>
                    <a:pt x="3342722" y="1815499"/>
                  </a:cubicBezTo>
                  <a:cubicBezTo>
                    <a:pt x="3181557" y="1832144"/>
                    <a:pt x="3094655" y="1808958"/>
                    <a:pt x="2874740" y="1815499"/>
                  </a:cubicBezTo>
                  <a:cubicBezTo>
                    <a:pt x="2654825" y="1822040"/>
                    <a:pt x="2552356" y="1810430"/>
                    <a:pt x="2339905" y="1815499"/>
                  </a:cubicBezTo>
                  <a:cubicBezTo>
                    <a:pt x="2127454" y="1820568"/>
                    <a:pt x="1825409" y="1807327"/>
                    <a:pt x="1537652" y="1815499"/>
                  </a:cubicBezTo>
                  <a:cubicBezTo>
                    <a:pt x="1249895" y="1823671"/>
                    <a:pt x="1086879" y="1834794"/>
                    <a:pt x="869108" y="1815499"/>
                  </a:cubicBezTo>
                  <a:cubicBezTo>
                    <a:pt x="651337" y="1796204"/>
                    <a:pt x="264417" y="1828267"/>
                    <a:pt x="0" y="1815499"/>
                  </a:cubicBezTo>
                  <a:cubicBezTo>
                    <a:pt x="8313" y="1520428"/>
                    <a:pt x="-1936" y="1449694"/>
                    <a:pt x="0" y="1210333"/>
                  </a:cubicBezTo>
                  <a:cubicBezTo>
                    <a:pt x="1936" y="970972"/>
                    <a:pt x="16209" y="905402"/>
                    <a:pt x="0" y="659631"/>
                  </a:cubicBezTo>
                  <a:cubicBezTo>
                    <a:pt x="-16209" y="413860"/>
                    <a:pt x="-15680" y="30923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66AC27D-B429-2C64-1CB1-4E16FBF1C2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3885" y="4799489"/>
              <a:ext cx="6705679" cy="17685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B4A587-7240-6AD2-F254-3221EEE6D709}"/>
                </a:ext>
              </a:extLst>
            </p:cNvPr>
            <p:cNvSpPr txBox="1"/>
            <p:nvPr/>
          </p:nvSpPr>
          <p:spPr>
            <a:xfrm>
              <a:off x="5830910" y="4429523"/>
              <a:ext cx="1689764" cy="452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Terminal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6A45FBB-357A-5752-2DFB-F3411E54BC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292" y="5193905"/>
              <a:ext cx="0" cy="190856"/>
            </a:xfrm>
            <a:prstGeom prst="line">
              <a:avLst/>
            </a:prstGeom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99B1D7-71EB-E496-288D-D8E0582D3C14}"/>
              </a:ext>
            </a:extLst>
          </p:cNvPr>
          <p:cNvGrpSpPr/>
          <p:nvPr/>
        </p:nvGrpSpPr>
        <p:grpSpPr>
          <a:xfrm>
            <a:off x="538261" y="3383146"/>
            <a:ext cx="1721392" cy="523220"/>
            <a:chOff x="-130005" y="3475016"/>
            <a:chExt cx="1721392" cy="5232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26C3E5-5F49-EEF2-7A70-013C462FCF7D}"/>
                </a:ext>
              </a:extLst>
            </p:cNvPr>
            <p:cNvSpPr txBox="1"/>
            <p:nvPr/>
          </p:nvSpPr>
          <p:spPr>
            <a:xfrm>
              <a:off x="-130005" y="3475016"/>
              <a:ext cx="788999" cy="523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Program</a:t>
              </a:r>
            </a:p>
            <a:p>
              <a:r>
                <a:rPr lang="en-US" sz="1400" dirty="0"/>
                <a:t>Counter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0EE411-0245-D51A-35B4-5FF329DF6E34}"/>
                </a:ext>
              </a:extLst>
            </p:cNvPr>
            <p:cNvSpPr/>
            <p:nvPr/>
          </p:nvSpPr>
          <p:spPr>
            <a:xfrm>
              <a:off x="737093" y="3620838"/>
              <a:ext cx="854294" cy="307777"/>
            </a:xfrm>
            <a:custGeom>
              <a:avLst/>
              <a:gdLst>
                <a:gd name="connsiteX0" fmla="*/ 0 w 854294"/>
                <a:gd name="connsiteY0" fmla="*/ 0 h 307777"/>
                <a:gd name="connsiteX1" fmla="*/ 418604 w 854294"/>
                <a:gd name="connsiteY1" fmla="*/ 0 h 307777"/>
                <a:gd name="connsiteX2" fmla="*/ 854294 w 854294"/>
                <a:gd name="connsiteY2" fmla="*/ 0 h 307777"/>
                <a:gd name="connsiteX3" fmla="*/ 854294 w 854294"/>
                <a:gd name="connsiteY3" fmla="*/ 307777 h 307777"/>
                <a:gd name="connsiteX4" fmla="*/ 427147 w 854294"/>
                <a:gd name="connsiteY4" fmla="*/ 307777 h 307777"/>
                <a:gd name="connsiteX5" fmla="*/ 0 w 854294"/>
                <a:gd name="connsiteY5" fmla="*/ 307777 h 307777"/>
                <a:gd name="connsiteX6" fmla="*/ 0 w 854294"/>
                <a:gd name="connsiteY6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4294" h="307777" extrusionOk="0">
                  <a:moveTo>
                    <a:pt x="0" y="0"/>
                  </a:moveTo>
                  <a:cubicBezTo>
                    <a:pt x="173209" y="4046"/>
                    <a:pt x="303085" y="10214"/>
                    <a:pt x="418604" y="0"/>
                  </a:cubicBezTo>
                  <a:cubicBezTo>
                    <a:pt x="534123" y="-10214"/>
                    <a:pt x="722488" y="-9036"/>
                    <a:pt x="854294" y="0"/>
                  </a:cubicBezTo>
                  <a:cubicBezTo>
                    <a:pt x="843460" y="62246"/>
                    <a:pt x="843276" y="219189"/>
                    <a:pt x="854294" y="307777"/>
                  </a:cubicBezTo>
                  <a:cubicBezTo>
                    <a:pt x="762963" y="302806"/>
                    <a:pt x="592541" y="323160"/>
                    <a:pt x="427147" y="307777"/>
                  </a:cubicBezTo>
                  <a:cubicBezTo>
                    <a:pt x="261753" y="292394"/>
                    <a:pt x="133192" y="320592"/>
                    <a:pt x="0" y="307777"/>
                  </a:cubicBezTo>
                  <a:cubicBezTo>
                    <a:pt x="9866" y="171271"/>
                    <a:pt x="-8953" y="65853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256C8B2-FAA4-4876-FCF6-6BCE539AF519}"/>
              </a:ext>
            </a:extLst>
          </p:cNvPr>
          <p:cNvSpPr txBox="1"/>
          <p:nvPr/>
        </p:nvSpPr>
        <p:spPr>
          <a:xfrm>
            <a:off x="1385539" y="3493989"/>
            <a:ext cx="85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BBF7B3-5291-3612-28CC-E30BFC7C494F}"/>
              </a:ext>
            </a:extLst>
          </p:cNvPr>
          <p:cNvGrpSpPr/>
          <p:nvPr/>
        </p:nvGrpSpPr>
        <p:grpSpPr>
          <a:xfrm>
            <a:off x="295207" y="2308383"/>
            <a:ext cx="1585168" cy="671651"/>
            <a:chOff x="515794" y="3612564"/>
            <a:chExt cx="1843702" cy="6716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FFEA24-10B8-A617-947D-C29E5AB26B71}"/>
                </a:ext>
              </a:extLst>
            </p:cNvPr>
            <p:cNvSpPr txBox="1"/>
            <p:nvPr/>
          </p:nvSpPr>
          <p:spPr>
            <a:xfrm>
              <a:off x="515794" y="3612564"/>
              <a:ext cx="11954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language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244664-7F2F-C0CD-7388-F7D8C585C4CA}"/>
                </a:ext>
              </a:extLst>
            </p:cNvPr>
            <p:cNvSpPr/>
            <p:nvPr/>
          </p:nvSpPr>
          <p:spPr>
            <a:xfrm>
              <a:off x="577150" y="3976438"/>
              <a:ext cx="1782346" cy="307777"/>
            </a:xfrm>
            <a:custGeom>
              <a:avLst/>
              <a:gdLst>
                <a:gd name="connsiteX0" fmla="*/ 0 w 1782346"/>
                <a:gd name="connsiteY0" fmla="*/ 0 h 307777"/>
                <a:gd name="connsiteX1" fmla="*/ 576292 w 1782346"/>
                <a:gd name="connsiteY1" fmla="*/ 0 h 307777"/>
                <a:gd name="connsiteX2" fmla="*/ 1116937 w 1782346"/>
                <a:gd name="connsiteY2" fmla="*/ 0 h 307777"/>
                <a:gd name="connsiteX3" fmla="*/ 1782346 w 1782346"/>
                <a:gd name="connsiteY3" fmla="*/ 0 h 307777"/>
                <a:gd name="connsiteX4" fmla="*/ 1782346 w 1782346"/>
                <a:gd name="connsiteY4" fmla="*/ 307777 h 307777"/>
                <a:gd name="connsiteX5" fmla="*/ 1223878 w 1782346"/>
                <a:gd name="connsiteY5" fmla="*/ 307777 h 307777"/>
                <a:gd name="connsiteX6" fmla="*/ 594115 w 1782346"/>
                <a:gd name="connsiteY6" fmla="*/ 307777 h 307777"/>
                <a:gd name="connsiteX7" fmla="*/ 0 w 1782346"/>
                <a:gd name="connsiteY7" fmla="*/ 307777 h 307777"/>
                <a:gd name="connsiteX8" fmla="*/ 0 w 1782346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2346" h="307777" extrusionOk="0">
                  <a:moveTo>
                    <a:pt x="0" y="0"/>
                  </a:moveTo>
                  <a:cubicBezTo>
                    <a:pt x="126877" y="17471"/>
                    <a:pt x="396862" y="-4167"/>
                    <a:pt x="576292" y="0"/>
                  </a:cubicBezTo>
                  <a:cubicBezTo>
                    <a:pt x="755722" y="4167"/>
                    <a:pt x="963895" y="17077"/>
                    <a:pt x="1116937" y="0"/>
                  </a:cubicBezTo>
                  <a:cubicBezTo>
                    <a:pt x="1269980" y="-17077"/>
                    <a:pt x="1450510" y="10433"/>
                    <a:pt x="1782346" y="0"/>
                  </a:cubicBezTo>
                  <a:cubicBezTo>
                    <a:pt x="1787784" y="133970"/>
                    <a:pt x="1778189" y="197125"/>
                    <a:pt x="1782346" y="307777"/>
                  </a:cubicBezTo>
                  <a:cubicBezTo>
                    <a:pt x="1608648" y="317304"/>
                    <a:pt x="1398803" y="317704"/>
                    <a:pt x="1223878" y="307777"/>
                  </a:cubicBezTo>
                  <a:cubicBezTo>
                    <a:pt x="1048953" y="297850"/>
                    <a:pt x="888820" y="293985"/>
                    <a:pt x="594115" y="307777"/>
                  </a:cubicBezTo>
                  <a:cubicBezTo>
                    <a:pt x="299410" y="321569"/>
                    <a:pt x="270046" y="327364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6064B66-0AE2-BB50-3D9F-9AC965129215}"/>
              </a:ext>
            </a:extLst>
          </p:cNvPr>
          <p:cNvSpPr/>
          <p:nvPr/>
        </p:nvSpPr>
        <p:spPr>
          <a:xfrm>
            <a:off x="241105" y="3360215"/>
            <a:ext cx="3005859" cy="1461786"/>
          </a:xfrm>
          <a:custGeom>
            <a:avLst/>
            <a:gdLst>
              <a:gd name="connsiteX0" fmla="*/ 0 w 3005859"/>
              <a:gd name="connsiteY0" fmla="*/ 0 h 1461786"/>
              <a:gd name="connsiteX1" fmla="*/ 571113 w 3005859"/>
              <a:gd name="connsiteY1" fmla="*/ 0 h 1461786"/>
              <a:gd name="connsiteX2" fmla="*/ 1082109 w 3005859"/>
              <a:gd name="connsiteY2" fmla="*/ 0 h 1461786"/>
              <a:gd name="connsiteX3" fmla="*/ 1743398 w 3005859"/>
              <a:gd name="connsiteY3" fmla="*/ 0 h 1461786"/>
              <a:gd name="connsiteX4" fmla="*/ 2314511 w 3005859"/>
              <a:gd name="connsiteY4" fmla="*/ 0 h 1461786"/>
              <a:gd name="connsiteX5" fmla="*/ 3005859 w 3005859"/>
              <a:gd name="connsiteY5" fmla="*/ 0 h 1461786"/>
              <a:gd name="connsiteX6" fmla="*/ 3005859 w 3005859"/>
              <a:gd name="connsiteY6" fmla="*/ 516498 h 1461786"/>
              <a:gd name="connsiteX7" fmla="*/ 3005859 w 3005859"/>
              <a:gd name="connsiteY7" fmla="*/ 1003760 h 1461786"/>
              <a:gd name="connsiteX8" fmla="*/ 3005859 w 3005859"/>
              <a:gd name="connsiteY8" fmla="*/ 1461786 h 1461786"/>
              <a:gd name="connsiteX9" fmla="*/ 2464804 w 3005859"/>
              <a:gd name="connsiteY9" fmla="*/ 1461786 h 1461786"/>
              <a:gd name="connsiteX10" fmla="*/ 1863633 w 3005859"/>
              <a:gd name="connsiteY10" fmla="*/ 1461786 h 1461786"/>
              <a:gd name="connsiteX11" fmla="*/ 1262461 w 3005859"/>
              <a:gd name="connsiteY11" fmla="*/ 1461786 h 1461786"/>
              <a:gd name="connsiteX12" fmla="*/ 691348 w 3005859"/>
              <a:gd name="connsiteY12" fmla="*/ 1461786 h 1461786"/>
              <a:gd name="connsiteX13" fmla="*/ 0 w 3005859"/>
              <a:gd name="connsiteY13" fmla="*/ 1461786 h 1461786"/>
              <a:gd name="connsiteX14" fmla="*/ 0 w 3005859"/>
              <a:gd name="connsiteY14" fmla="*/ 945288 h 1461786"/>
              <a:gd name="connsiteX15" fmla="*/ 0 w 3005859"/>
              <a:gd name="connsiteY15" fmla="*/ 428791 h 1461786"/>
              <a:gd name="connsiteX16" fmla="*/ 0 w 3005859"/>
              <a:gd name="connsiteY16" fmla="*/ 0 h 1461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05859" h="1461786" extrusionOk="0">
                <a:moveTo>
                  <a:pt x="0" y="0"/>
                </a:moveTo>
                <a:cubicBezTo>
                  <a:pt x="202126" y="629"/>
                  <a:pt x="373438" y="-24313"/>
                  <a:pt x="571113" y="0"/>
                </a:cubicBezTo>
                <a:cubicBezTo>
                  <a:pt x="768788" y="24313"/>
                  <a:pt x="943630" y="5247"/>
                  <a:pt x="1082109" y="0"/>
                </a:cubicBezTo>
                <a:cubicBezTo>
                  <a:pt x="1220588" y="-5247"/>
                  <a:pt x="1567048" y="1888"/>
                  <a:pt x="1743398" y="0"/>
                </a:cubicBezTo>
                <a:cubicBezTo>
                  <a:pt x="1919748" y="-1888"/>
                  <a:pt x="2096828" y="-18556"/>
                  <a:pt x="2314511" y="0"/>
                </a:cubicBezTo>
                <a:cubicBezTo>
                  <a:pt x="2532194" y="18556"/>
                  <a:pt x="2773515" y="-30998"/>
                  <a:pt x="3005859" y="0"/>
                </a:cubicBezTo>
                <a:cubicBezTo>
                  <a:pt x="2987157" y="118191"/>
                  <a:pt x="3002019" y="391306"/>
                  <a:pt x="3005859" y="516498"/>
                </a:cubicBezTo>
                <a:cubicBezTo>
                  <a:pt x="3009699" y="641690"/>
                  <a:pt x="3008981" y="877810"/>
                  <a:pt x="3005859" y="1003760"/>
                </a:cubicBezTo>
                <a:cubicBezTo>
                  <a:pt x="3002737" y="1129710"/>
                  <a:pt x="3025493" y="1335500"/>
                  <a:pt x="3005859" y="1461786"/>
                </a:cubicBezTo>
                <a:cubicBezTo>
                  <a:pt x="2840317" y="1474248"/>
                  <a:pt x="2604091" y="1467429"/>
                  <a:pt x="2464804" y="1461786"/>
                </a:cubicBezTo>
                <a:cubicBezTo>
                  <a:pt x="2325518" y="1456143"/>
                  <a:pt x="2096952" y="1457903"/>
                  <a:pt x="1863633" y="1461786"/>
                </a:cubicBezTo>
                <a:cubicBezTo>
                  <a:pt x="1630314" y="1465669"/>
                  <a:pt x="1483968" y="1445477"/>
                  <a:pt x="1262461" y="1461786"/>
                </a:cubicBezTo>
                <a:cubicBezTo>
                  <a:pt x="1040954" y="1478095"/>
                  <a:pt x="918307" y="1440121"/>
                  <a:pt x="691348" y="1461786"/>
                </a:cubicBezTo>
                <a:cubicBezTo>
                  <a:pt x="464389" y="1483451"/>
                  <a:pt x="305996" y="1480305"/>
                  <a:pt x="0" y="1461786"/>
                </a:cubicBezTo>
                <a:cubicBezTo>
                  <a:pt x="-10709" y="1242757"/>
                  <a:pt x="14520" y="1101216"/>
                  <a:pt x="0" y="945288"/>
                </a:cubicBezTo>
                <a:cubicBezTo>
                  <a:pt x="-14520" y="789360"/>
                  <a:pt x="-13595" y="604217"/>
                  <a:pt x="0" y="428791"/>
                </a:cubicBezTo>
                <a:cubicBezTo>
                  <a:pt x="13595" y="253365"/>
                  <a:pt x="-14699" y="16036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9" dirty="0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205A775-41F0-4D53-8E98-97E335998F5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2239833" y="3678655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FB8246-5005-E1BE-7403-161BAE35F935}"/>
              </a:ext>
            </a:extLst>
          </p:cNvPr>
          <p:cNvSpPr txBox="1"/>
          <p:nvPr/>
        </p:nvSpPr>
        <p:spPr>
          <a:xfrm>
            <a:off x="2490229" y="3483798"/>
            <a:ext cx="756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DBF491-F352-6979-8DF3-78B70F08047E}"/>
              </a:ext>
            </a:extLst>
          </p:cNvPr>
          <p:cNvSpPr txBox="1"/>
          <p:nvPr/>
        </p:nvSpPr>
        <p:spPr>
          <a:xfrm>
            <a:off x="812755" y="2621886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C++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29DC273-B102-9F5D-CEA3-63DE1E27CD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3429878" y="3402993"/>
            <a:ext cx="426016" cy="1524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523EAA83-709B-AEE7-421F-1B29939E5711}"/>
              </a:ext>
            </a:extLst>
          </p:cNvPr>
          <p:cNvSpPr txBox="1"/>
          <p:nvPr/>
        </p:nvSpPr>
        <p:spPr>
          <a:xfrm>
            <a:off x="3346926" y="3605729"/>
            <a:ext cx="286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language do you use?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51DAA-F573-D9AF-73EF-CBFF2CA229C4}"/>
              </a:ext>
            </a:extLst>
          </p:cNvPr>
          <p:cNvSpPr txBox="1"/>
          <p:nvPr/>
        </p:nvSpPr>
        <p:spPr>
          <a:xfrm>
            <a:off x="6095695" y="3617127"/>
            <a:ext cx="63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C++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B480FE-B0D2-3A3F-FD56-1E9784092FA6}"/>
              </a:ext>
            </a:extLst>
          </p:cNvPr>
          <p:cNvSpPr txBox="1"/>
          <p:nvPr/>
        </p:nvSpPr>
        <p:spPr>
          <a:xfrm>
            <a:off x="6318654" y="218311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egu" pitchFamily="2" charset="0"/>
              </a:rPr>
              <a:t>Memory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0BB4A54-D9B9-5390-C872-CB7070A48C9B}"/>
              </a:ext>
            </a:extLst>
          </p:cNvPr>
          <p:cNvGrpSpPr/>
          <p:nvPr/>
        </p:nvGrpSpPr>
        <p:grpSpPr>
          <a:xfrm>
            <a:off x="1947650" y="1817079"/>
            <a:ext cx="407468" cy="2048663"/>
            <a:chOff x="1668759" y="-13958058"/>
            <a:chExt cx="487848" cy="22198517"/>
          </a:xfrm>
        </p:grpSpPr>
        <p:cxnSp>
          <p:nvCxnSpPr>
            <p:cNvPr id="20" name="Straight Arrow Connector 55">
              <a:extLst>
                <a:ext uri="{FF2B5EF4-FFF2-40B4-BE49-F238E27FC236}">
                  <a16:creationId xmlns:a16="http://schemas.microsoft.com/office/drawing/2014/main" id="{07C2BF2C-BE36-544A-107B-A51580D7C75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AD6163-20EC-F05A-4E47-E89A62C69627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96318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EBD3146-4D6B-C65A-3EDA-552FB7AE9D78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81252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string language;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write("What language do you use? 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language = </a:t>
              </a:r>
              <a:r>
                <a:rPr lang="en-US" sz="1600" dirty="0" err="1">
                  <a:solidFill>
                    <a:schemeClr val="bg1">
                      <a:lumMod val="65000"/>
                    </a:schemeClr>
                  </a:solidFill>
                </a:rPr>
                <a:t>read_line</a:t>
              </a: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  <a:b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if (language == "C++")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/>
                <a:t>{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/>
                <a:t>    write_line("Good choice, C++ is a great language.");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/>
                <a:t>}</a:t>
              </a:r>
            </a:p>
            <a:p>
              <a:pPr marL="342952" indent="-342952">
                <a:buFont typeface="+mj-lt"/>
                <a:buAutoNum type="arabicPeriod"/>
              </a:pP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write_line("Great chat!");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5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85168" cy="671651"/>
              <a:chOff x="515794" y="3612564"/>
              <a:chExt cx="1843702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11954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language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782346" cy="307777"/>
              </a:xfrm>
              <a:custGeom>
                <a:avLst/>
                <a:gdLst>
                  <a:gd name="connsiteX0" fmla="*/ 0 w 1782346"/>
                  <a:gd name="connsiteY0" fmla="*/ 0 h 307777"/>
                  <a:gd name="connsiteX1" fmla="*/ 576292 w 1782346"/>
                  <a:gd name="connsiteY1" fmla="*/ 0 h 307777"/>
                  <a:gd name="connsiteX2" fmla="*/ 1116937 w 1782346"/>
                  <a:gd name="connsiteY2" fmla="*/ 0 h 307777"/>
                  <a:gd name="connsiteX3" fmla="*/ 1782346 w 1782346"/>
                  <a:gd name="connsiteY3" fmla="*/ 0 h 307777"/>
                  <a:gd name="connsiteX4" fmla="*/ 1782346 w 1782346"/>
                  <a:gd name="connsiteY4" fmla="*/ 307777 h 307777"/>
                  <a:gd name="connsiteX5" fmla="*/ 1223878 w 1782346"/>
                  <a:gd name="connsiteY5" fmla="*/ 307777 h 307777"/>
                  <a:gd name="connsiteX6" fmla="*/ 594115 w 1782346"/>
                  <a:gd name="connsiteY6" fmla="*/ 307777 h 307777"/>
                  <a:gd name="connsiteX7" fmla="*/ 0 w 1782346"/>
                  <a:gd name="connsiteY7" fmla="*/ 307777 h 307777"/>
                  <a:gd name="connsiteX8" fmla="*/ 0 w 1782346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82346" h="307777" extrusionOk="0">
                    <a:moveTo>
                      <a:pt x="0" y="0"/>
                    </a:moveTo>
                    <a:cubicBezTo>
                      <a:pt x="126877" y="17471"/>
                      <a:pt x="396862" y="-4167"/>
                      <a:pt x="576292" y="0"/>
                    </a:cubicBezTo>
                    <a:cubicBezTo>
                      <a:pt x="755722" y="4167"/>
                      <a:pt x="963895" y="17077"/>
                      <a:pt x="1116937" y="0"/>
                    </a:cubicBezTo>
                    <a:cubicBezTo>
                      <a:pt x="1269980" y="-17077"/>
                      <a:pt x="1450510" y="10433"/>
                      <a:pt x="1782346" y="0"/>
                    </a:cubicBezTo>
                    <a:cubicBezTo>
                      <a:pt x="1787784" y="133970"/>
                      <a:pt x="1778189" y="197125"/>
                      <a:pt x="1782346" y="307777"/>
                    </a:cubicBezTo>
                    <a:cubicBezTo>
                      <a:pt x="1608648" y="317304"/>
                      <a:pt x="1398803" y="317704"/>
                      <a:pt x="1223878" y="307777"/>
                    </a:cubicBezTo>
                    <a:cubicBezTo>
                      <a:pt x="1048953" y="297850"/>
                      <a:pt x="888820" y="293985"/>
                      <a:pt x="594115" y="307777"/>
                    </a:cubicBezTo>
                    <a:cubicBezTo>
                      <a:pt x="299410" y="321569"/>
                      <a:pt x="270046" y="32736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57" y="375300"/>
              <a:ext cx="7948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6,7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C++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F71DFB6-3F0E-C8D5-6A10-63E72137022E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73F7C7B-B96A-C415-FC8B-5673DAAACD9F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1EB0158B-14A8-B700-A086-FF5A79CB7E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E81C06-A392-0C95-A089-DC1287D96B24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C893842-1E9C-C7CF-491A-34FF7C261E0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566991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F624C1B-13E3-CF22-2B64-4978D2D552CE}"/>
                </a:ext>
              </a:extLst>
            </p:cNvPr>
            <p:cNvSpPr txBox="1"/>
            <p:nvPr/>
          </p:nvSpPr>
          <p:spPr>
            <a:xfrm>
              <a:off x="3349154" y="49723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2B15020-F4B5-4B6B-B5F4-ABFCE4CEDFC2}"/>
                </a:ext>
              </a:extLst>
            </p:cNvPr>
            <p:cNvSpPr txBox="1"/>
            <p:nvPr/>
          </p:nvSpPr>
          <p:spPr>
            <a:xfrm>
              <a:off x="6097923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C++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9150C76-221E-A434-6334-1DA4D47BADFD}"/>
                </a:ext>
              </a:extLst>
            </p:cNvPr>
            <p:cNvSpPr txBox="1"/>
            <p:nvPr/>
          </p:nvSpPr>
          <p:spPr>
            <a:xfrm>
              <a:off x="3336168" y="756656"/>
              <a:ext cx="38136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Good choice, C++ is a great language.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31575F0-A4E5-D60F-2202-4EB0EA74873E}"/>
                </a:ext>
              </a:extLst>
            </p:cNvPr>
            <p:cNvGrpSpPr/>
            <p:nvPr/>
          </p:nvGrpSpPr>
          <p:grpSpPr>
            <a:xfrm>
              <a:off x="1949878" y="-1070688"/>
              <a:ext cx="407468" cy="1653551"/>
              <a:chOff x="1668759" y="-13958058"/>
              <a:chExt cx="487848" cy="22198517"/>
            </a:xfrm>
          </p:grpSpPr>
          <p:cxnSp>
            <p:nvCxnSpPr>
              <p:cNvPr id="32" name="Straight Arrow Connector 55">
                <a:extLst>
                  <a:ext uri="{FF2B5EF4-FFF2-40B4-BE49-F238E27FC236}">
                    <a16:creationId xmlns:a16="http://schemas.microsoft.com/office/drawing/2014/main" id="{F7C9D4CF-8160-87CE-85BD-768848087C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-7504250" y="-4785019"/>
                <a:ext cx="18833896" cy="487818"/>
              </a:xfrm>
              <a:prstGeom prst="bentConnector3">
                <a:avLst>
                  <a:gd name="adj1" fmla="val 100645"/>
                </a:avLst>
              </a:prstGeom>
              <a:ln w="19050" cap="rnd" cmpd="sng">
                <a:solidFill>
                  <a:schemeClr val="tx1"/>
                </a:solidFill>
                <a:prstDash val="dash"/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CB912D2-DA49-EA65-3153-F7C6C0265371}"/>
                  </a:ext>
                </a:extLst>
              </p:cNvPr>
              <p:cNvSpPr/>
              <p:nvPr/>
            </p:nvSpPr>
            <p:spPr>
              <a:xfrm>
                <a:off x="1668759" y="7932682"/>
                <a:ext cx="34307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4131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3C5784BF-8E51-1DC6-C026-EAE535420368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81252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string language;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write("What language do you use? 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language = </a:t>
              </a:r>
              <a:r>
                <a:rPr lang="en-US" sz="1600" dirty="0" err="1">
                  <a:solidFill>
                    <a:schemeClr val="bg1">
                      <a:lumMod val="65000"/>
                    </a:schemeClr>
                  </a:solidFill>
                </a:rPr>
                <a:t>read_line</a:t>
              </a: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  <a:b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if (language == "C++")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    write_line("Good choice, C++ is a great language.");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52" indent="-342952">
                <a:buFont typeface="+mj-lt"/>
                <a:buAutoNum type="arabicPeriod"/>
              </a:pP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/>
                <a:t>write_line("Great chat!");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924532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8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85168" cy="671651"/>
              <a:chOff x="515794" y="3612564"/>
              <a:chExt cx="1843702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11954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language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782346" cy="307777"/>
              </a:xfrm>
              <a:custGeom>
                <a:avLst/>
                <a:gdLst>
                  <a:gd name="connsiteX0" fmla="*/ 0 w 1782346"/>
                  <a:gd name="connsiteY0" fmla="*/ 0 h 307777"/>
                  <a:gd name="connsiteX1" fmla="*/ 576292 w 1782346"/>
                  <a:gd name="connsiteY1" fmla="*/ 0 h 307777"/>
                  <a:gd name="connsiteX2" fmla="*/ 1116937 w 1782346"/>
                  <a:gd name="connsiteY2" fmla="*/ 0 h 307777"/>
                  <a:gd name="connsiteX3" fmla="*/ 1782346 w 1782346"/>
                  <a:gd name="connsiteY3" fmla="*/ 0 h 307777"/>
                  <a:gd name="connsiteX4" fmla="*/ 1782346 w 1782346"/>
                  <a:gd name="connsiteY4" fmla="*/ 307777 h 307777"/>
                  <a:gd name="connsiteX5" fmla="*/ 1223878 w 1782346"/>
                  <a:gd name="connsiteY5" fmla="*/ 307777 h 307777"/>
                  <a:gd name="connsiteX6" fmla="*/ 594115 w 1782346"/>
                  <a:gd name="connsiteY6" fmla="*/ 307777 h 307777"/>
                  <a:gd name="connsiteX7" fmla="*/ 0 w 1782346"/>
                  <a:gd name="connsiteY7" fmla="*/ 307777 h 307777"/>
                  <a:gd name="connsiteX8" fmla="*/ 0 w 1782346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82346" h="307777" extrusionOk="0">
                    <a:moveTo>
                      <a:pt x="0" y="0"/>
                    </a:moveTo>
                    <a:cubicBezTo>
                      <a:pt x="126877" y="17471"/>
                      <a:pt x="396862" y="-4167"/>
                      <a:pt x="576292" y="0"/>
                    </a:cubicBezTo>
                    <a:cubicBezTo>
                      <a:pt x="755722" y="4167"/>
                      <a:pt x="963895" y="17077"/>
                      <a:pt x="1116937" y="0"/>
                    </a:cubicBezTo>
                    <a:cubicBezTo>
                      <a:pt x="1269980" y="-17077"/>
                      <a:pt x="1450510" y="10433"/>
                      <a:pt x="1782346" y="0"/>
                    </a:cubicBezTo>
                    <a:cubicBezTo>
                      <a:pt x="1787784" y="133970"/>
                      <a:pt x="1778189" y="197125"/>
                      <a:pt x="1782346" y="307777"/>
                    </a:cubicBezTo>
                    <a:cubicBezTo>
                      <a:pt x="1608648" y="317304"/>
                      <a:pt x="1398803" y="317704"/>
                      <a:pt x="1223878" y="307777"/>
                    </a:cubicBezTo>
                    <a:cubicBezTo>
                      <a:pt x="1048953" y="297850"/>
                      <a:pt x="888820" y="293985"/>
                      <a:pt x="594115" y="307777"/>
                    </a:cubicBezTo>
                    <a:cubicBezTo>
                      <a:pt x="299410" y="321569"/>
                      <a:pt x="270046" y="32736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55" y="375300"/>
              <a:ext cx="5840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C++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6097923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C++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EFAD2-3405-71DB-1947-4C13054C562F}"/>
                </a:ext>
              </a:extLst>
            </p:cNvPr>
            <p:cNvSpPr txBox="1"/>
            <p:nvPr/>
          </p:nvSpPr>
          <p:spPr>
            <a:xfrm>
              <a:off x="3336168" y="756656"/>
              <a:ext cx="38136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Good choice, C++ is a great language.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213D4F-83B3-6FF1-50D7-D61608097CD4}"/>
                </a:ext>
              </a:extLst>
            </p:cNvPr>
            <p:cNvSpPr txBox="1"/>
            <p:nvPr/>
          </p:nvSpPr>
          <p:spPr>
            <a:xfrm>
              <a:off x="3336168" y="1028375"/>
              <a:ext cx="38136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Great chat!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AEF7EF2-769E-AA4B-764E-512560AC344C}"/>
                </a:ext>
              </a:extLst>
            </p:cNvPr>
            <p:cNvGrpSpPr/>
            <p:nvPr/>
          </p:nvGrpSpPr>
          <p:grpSpPr>
            <a:xfrm>
              <a:off x="1949878" y="-117273"/>
              <a:ext cx="407468" cy="600063"/>
              <a:chOff x="1668759" y="-13958058"/>
              <a:chExt cx="487848" cy="22198517"/>
            </a:xfrm>
          </p:grpSpPr>
          <p:cxnSp>
            <p:nvCxnSpPr>
              <p:cNvPr id="10" name="Straight Arrow Connector 55">
                <a:extLst>
                  <a:ext uri="{FF2B5EF4-FFF2-40B4-BE49-F238E27FC236}">
                    <a16:creationId xmlns:a16="http://schemas.microsoft.com/office/drawing/2014/main" id="{FA219580-2A73-C74A-7110-2F878289B94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-7504250" y="-4785019"/>
                <a:ext cx="18833896" cy="487818"/>
              </a:xfrm>
              <a:prstGeom prst="bentConnector3">
                <a:avLst>
                  <a:gd name="adj1" fmla="val 100645"/>
                </a:avLst>
              </a:prstGeom>
              <a:ln w="19050" cap="rnd" cmpd="sng">
                <a:solidFill>
                  <a:schemeClr val="tx1"/>
                </a:solidFill>
                <a:prstDash val="dash"/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B81F6F3-9064-C786-3ED0-5976FA19DE17}"/>
                  </a:ext>
                </a:extLst>
              </p:cNvPr>
              <p:cNvSpPr/>
              <p:nvPr/>
            </p:nvSpPr>
            <p:spPr>
              <a:xfrm>
                <a:off x="1668759" y="7932682"/>
                <a:ext cx="34307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39356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C8D3BF1C-01F4-50D3-A0CB-2BECC49038C5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75252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string language;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write("What language do you use? 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language = </a:t>
              </a:r>
              <a:r>
                <a:rPr lang="en-US" sz="1600" dirty="0" err="1">
                  <a:solidFill>
                    <a:schemeClr val="bg1">
                      <a:lumMod val="65000"/>
                    </a:schemeClr>
                  </a:solidFill>
                </a:rPr>
                <a:t>read_line</a:t>
              </a: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  <a:b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/>
                <a:t>if (language == "C++")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    write_line("Good choice, C++ is a great language.");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52" indent="-342952">
                <a:buFont typeface="+mj-lt"/>
                <a:buAutoNum type="arabicPeriod"/>
              </a:pP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write_line("Great chat!");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193905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4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85168" cy="671651"/>
              <a:chOff x="515794" y="3612564"/>
              <a:chExt cx="1843702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11954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language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782346" cy="307777"/>
              </a:xfrm>
              <a:custGeom>
                <a:avLst/>
                <a:gdLst>
                  <a:gd name="connsiteX0" fmla="*/ 0 w 1782346"/>
                  <a:gd name="connsiteY0" fmla="*/ 0 h 307777"/>
                  <a:gd name="connsiteX1" fmla="*/ 576292 w 1782346"/>
                  <a:gd name="connsiteY1" fmla="*/ 0 h 307777"/>
                  <a:gd name="connsiteX2" fmla="*/ 1116937 w 1782346"/>
                  <a:gd name="connsiteY2" fmla="*/ 0 h 307777"/>
                  <a:gd name="connsiteX3" fmla="*/ 1782346 w 1782346"/>
                  <a:gd name="connsiteY3" fmla="*/ 0 h 307777"/>
                  <a:gd name="connsiteX4" fmla="*/ 1782346 w 1782346"/>
                  <a:gd name="connsiteY4" fmla="*/ 307777 h 307777"/>
                  <a:gd name="connsiteX5" fmla="*/ 1223878 w 1782346"/>
                  <a:gd name="connsiteY5" fmla="*/ 307777 h 307777"/>
                  <a:gd name="connsiteX6" fmla="*/ 594115 w 1782346"/>
                  <a:gd name="connsiteY6" fmla="*/ 307777 h 307777"/>
                  <a:gd name="connsiteX7" fmla="*/ 0 w 1782346"/>
                  <a:gd name="connsiteY7" fmla="*/ 307777 h 307777"/>
                  <a:gd name="connsiteX8" fmla="*/ 0 w 1782346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82346" h="307777" extrusionOk="0">
                    <a:moveTo>
                      <a:pt x="0" y="0"/>
                    </a:moveTo>
                    <a:cubicBezTo>
                      <a:pt x="126877" y="17471"/>
                      <a:pt x="396862" y="-4167"/>
                      <a:pt x="576292" y="0"/>
                    </a:cubicBezTo>
                    <a:cubicBezTo>
                      <a:pt x="755722" y="4167"/>
                      <a:pt x="963895" y="17077"/>
                      <a:pt x="1116937" y="0"/>
                    </a:cubicBezTo>
                    <a:cubicBezTo>
                      <a:pt x="1269980" y="-17077"/>
                      <a:pt x="1450510" y="10433"/>
                      <a:pt x="1782346" y="0"/>
                    </a:cubicBezTo>
                    <a:cubicBezTo>
                      <a:pt x="1787784" y="133970"/>
                      <a:pt x="1778189" y="197125"/>
                      <a:pt x="1782346" y="307777"/>
                    </a:cubicBezTo>
                    <a:cubicBezTo>
                      <a:pt x="1608648" y="317304"/>
                      <a:pt x="1398803" y="317704"/>
                      <a:pt x="1223878" y="307777"/>
                    </a:cubicBezTo>
                    <a:cubicBezTo>
                      <a:pt x="1048953" y="297850"/>
                      <a:pt x="888820" y="293985"/>
                      <a:pt x="594115" y="307777"/>
                    </a:cubicBezTo>
                    <a:cubicBezTo>
                      <a:pt x="299410" y="321569"/>
                      <a:pt x="270046" y="32736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C#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6097923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C#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CE1FB40-7564-997C-D8C8-DD271648945A}"/>
                </a:ext>
              </a:extLst>
            </p:cNvPr>
            <p:cNvGrpSpPr/>
            <p:nvPr/>
          </p:nvGrpSpPr>
          <p:grpSpPr>
            <a:xfrm>
              <a:off x="1949878" y="-1329571"/>
              <a:ext cx="407468" cy="2086816"/>
              <a:chOff x="1668759" y="-13958058"/>
              <a:chExt cx="487848" cy="22198517"/>
            </a:xfrm>
          </p:grpSpPr>
          <p:cxnSp>
            <p:nvCxnSpPr>
              <p:cNvPr id="12" name="Straight Arrow Connector 55">
                <a:extLst>
                  <a:ext uri="{FF2B5EF4-FFF2-40B4-BE49-F238E27FC236}">
                    <a16:creationId xmlns:a16="http://schemas.microsoft.com/office/drawing/2014/main" id="{08BE9D65-6C76-9799-6B12-B860C7F535A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-7504250" y="-4785019"/>
                <a:ext cx="18833896" cy="487818"/>
              </a:xfrm>
              <a:prstGeom prst="bentConnector3">
                <a:avLst>
                  <a:gd name="adj1" fmla="val 100645"/>
                </a:avLst>
              </a:prstGeom>
              <a:ln w="19050" cap="rnd" cmpd="sng">
                <a:solidFill>
                  <a:schemeClr val="tx1"/>
                </a:solidFill>
                <a:prstDash val="dash"/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EB3DDF5-AA95-18FC-3A9B-E4DE40BBB6B7}"/>
                  </a:ext>
                </a:extLst>
              </p:cNvPr>
              <p:cNvSpPr/>
              <p:nvPr/>
            </p:nvSpPr>
            <p:spPr>
              <a:xfrm>
                <a:off x="1668759" y="7932682"/>
                <a:ext cx="34307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9818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4A4A7BD8-EC1E-10C8-DCD2-D65F2276F063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68" y="0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2" y="414935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string language;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write("What language do you use? 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language = </a:t>
              </a:r>
              <a:r>
                <a:rPr lang="en-US" sz="1600" dirty="0" err="1">
                  <a:solidFill>
                    <a:schemeClr val="bg1">
                      <a:lumMod val="65000"/>
                    </a:schemeClr>
                  </a:solidFill>
                </a:rPr>
                <a:t>read_line</a:t>
              </a: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  <a:b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</a:b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if (language == "C++")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>
                  <a:solidFill>
                    <a:schemeClr val="bg1">
                      <a:lumMod val="65000"/>
                    </a:schemeClr>
                  </a:solidFill>
                </a:rPr>
                <a:t>    write_line</a:t>
              </a: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("Good choice, C++ is a great language.");</a:t>
              </a: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52" indent="-342952">
                <a:buFont typeface="+mj-lt"/>
                <a:buAutoNum type="arabicPeriod"/>
              </a:pPr>
              <a:endParaRPr lang="en-US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52" indent="-342952">
                <a:buFont typeface="+mj-lt"/>
                <a:buAutoNum type="arabicPeriod"/>
              </a:pPr>
              <a:r>
                <a:rPr lang="en-US" sz="1600" dirty="0"/>
                <a:t>write_line("Great chat!");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68" y="3807376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48" y="352922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27" y="345350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37" y="3070718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564100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6" y="3164835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4" y="3275678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8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2" y="2090072"/>
              <a:ext cx="1585168" cy="671651"/>
              <a:chOff x="515794" y="3612564"/>
              <a:chExt cx="1843702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11954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language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782346" cy="307777"/>
              </a:xfrm>
              <a:custGeom>
                <a:avLst/>
                <a:gdLst>
                  <a:gd name="connsiteX0" fmla="*/ 0 w 1782346"/>
                  <a:gd name="connsiteY0" fmla="*/ 0 h 307777"/>
                  <a:gd name="connsiteX1" fmla="*/ 576292 w 1782346"/>
                  <a:gd name="connsiteY1" fmla="*/ 0 h 307777"/>
                  <a:gd name="connsiteX2" fmla="*/ 1116937 w 1782346"/>
                  <a:gd name="connsiteY2" fmla="*/ 0 h 307777"/>
                  <a:gd name="connsiteX3" fmla="*/ 1782346 w 1782346"/>
                  <a:gd name="connsiteY3" fmla="*/ 0 h 307777"/>
                  <a:gd name="connsiteX4" fmla="*/ 1782346 w 1782346"/>
                  <a:gd name="connsiteY4" fmla="*/ 307777 h 307777"/>
                  <a:gd name="connsiteX5" fmla="*/ 1223878 w 1782346"/>
                  <a:gd name="connsiteY5" fmla="*/ 307777 h 307777"/>
                  <a:gd name="connsiteX6" fmla="*/ 594115 w 1782346"/>
                  <a:gd name="connsiteY6" fmla="*/ 307777 h 307777"/>
                  <a:gd name="connsiteX7" fmla="*/ 0 w 1782346"/>
                  <a:gd name="connsiteY7" fmla="*/ 307777 h 307777"/>
                  <a:gd name="connsiteX8" fmla="*/ 0 w 1782346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82346" h="307777" extrusionOk="0">
                    <a:moveTo>
                      <a:pt x="0" y="0"/>
                    </a:moveTo>
                    <a:cubicBezTo>
                      <a:pt x="126877" y="17471"/>
                      <a:pt x="396862" y="-4167"/>
                      <a:pt x="576292" y="0"/>
                    </a:cubicBezTo>
                    <a:cubicBezTo>
                      <a:pt x="755722" y="4167"/>
                      <a:pt x="963895" y="17077"/>
                      <a:pt x="1116937" y="0"/>
                    </a:cubicBezTo>
                    <a:cubicBezTo>
                      <a:pt x="1269980" y="-17077"/>
                      <a:pt x="1450510" y="10433"/>
                      <a:pt x="1782346" y="0"/>
                    </a:cubicBezTo>
                    <a:cubicBezTo>
                      <a:pt x="1787784" y="133970"/>
                      <a:pt x="1778189" y="197125"/>
                      <a:pt x="1782346" y="307777"/>
                    </a:cubicBezTo>
                    <a:cubicBezTo>
                      <a:pt x="1608648" y="317304"/>
                      <a:pt x="1398803" y="317704"/>
                      <a:pt x="1223878" y="307777"/>
                    </a:cubicBezTo>
                    <a:cubicBezTo>
                      <a:pt x="1048953" y="297850"/>
                      <a:pt x="888820" y="293985"/>
                      <a:pt x="594115" y="307777"/>
                    </a:cubicBezTo>
                    <a:cubicBezTo>
                      <a:pt x="299410" y="321569"/>
                      <a:pt x="270046" y="32736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0" y="3141904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58" y="3460344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52" y="3265487"/>
              <a:ext cx="5840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0" y="2403575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C#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32103" y="3184682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1" y="3387418"/>
              <a:ext cx="2862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What language do you use?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6097920" y="3398816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C#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79" y="0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213D4F-83B3-6FF1-50D7-D61608097CD4}"/>
                </a:ext>
              </a:extLst>
            </p:cNvPr>
            <p:cNvSpPr txBox="1"/>
            <p:nvPr/>
          </p:nvSpPr>
          <p:spPr>
            <a:xfrm>
              <a:off x="3336165" y="3670589"/>
              <a:ext cx="38136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Great chat!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4C6362-A13F-BAF2-9793-6E04CDA3D78C}"/>
                </a:ext>
              </a:extLst>
            </p:cNvPr>
            <p:cNvGrpSpPr/>
            <p:nvPr/>
          </p:nvGrpSpPr>
          <p:grpSpPr>
            <a:xfrm>
              <a:off x="1949875" y="2772914"/>
              <a:ext cx="407468" cy="600063"/>
              <a:chOff x="1668759" y="-13958058"/>
              <a:chExt cx="487848" cy="22198517"/>
            </a:xfrm>
          </p:grpSpPr>
          <p:cxnSp>
            <p:nvCxnSpPr>
              <p:cNvPr id="10" name="Straight Arrow Connector 55">
                <a:extLst>
                  <a:ext uri="{FF2B5EF4-FFF2-40B4-BE49-F238E27FC236}">
                    <a16:creationId xmlns:a16="http://schemas.microsoft.com/office/drawing/2014/main" id="{96EBCB5C-02B4-02D1-E9A8-F0A6E4DD0F5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-7504250" y="-4785019"/>
                <a:ext cx="18833896" cy="487818"/>
              </a:xfrm>
              <a:prstGeom prst="bentConnector3">
                <a:avLst>
                  <a:gd name="adj1" fmla="val 100645"/>
                </a:avLst>
              </a:prstGeom>
              <a:ln w="19050" cap="rnd" cmpd="sng">
                <a:solidFill>
                  <a:schemeClr val="tx1"/>
                </a:solidFill>
                <a:prstDash val="dash"/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E92F938-7526-CE12-BA3D-81F3D2D98228}"/>
                  </a:ext>
                </a:extLst>
              </p:cNvPr>
              <p:cNvSpPr/>
              <p:nvPr/>
            </p:nvSpPr>
            <p:spPr>
              <a:xfrm>
                <a:off x="1668759" y="7932682"/>
                <a:ext cx="34307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66685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23751</TotalTime>
  <Words>411</Words>
  <Application>Microsoft Macintosh PowerPoint</Application>
  <PresentationFormat>Custom</PresentationFormat>
  <Paragraphs>131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Gaegu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Charlotte Pierce</cp:lastModifiedBy>
  <cp:revision>86</cp:revision>
  <dcterms:created xsi:type="dcterms:W3CDTF">2023-09-06T05:00:29Z</dcterms:created>
  <dcterms:modified xsi:type="dcterms:W3CDTF">2024-02-09T06:24:59Z</dcterms:modified>
  <cp:category/>
</cp:coreProperties>
</file>