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88" r:id="rId2"/>
    <p:sldId id="289" r:id="rId3"/>
    <p:sldId id="290" r:id="rId4"/>
    <p:sldId id="291" r:id="rId5"/>
    <p:sldId id="292" r:id="rId6"/>
  </p:sldIdLst>
  <p:sldSz cx="7559675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38EF"/>
    <a:srgbClr val="A676FF"/>
    <a:srgbClr val="FF7500"/>
    <a:srgbClr val="C9003B"/>
    <a:srgbClr val="C37050"/>
    <a:srgbClr val="C1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258"/>
    <p:restoredTop sz="94694"/>
  </p:normalViewPr>
  <p:slideViewPr>
    <p:cSldViewPr snapToGrid="0">
      <p:cViewPr varScale="1">
        <p:scale>
          <a:sx n="137" d="100"/>
          <a:sy n="137" d="100"/>
        </p:scale>
        <p:origin x="19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824885"/>
            <a:ext cx="6425724" cy="1754776"/>
          </a:xfrm>
        </p:spPr>
        <p:txBody>
          <a:bodyPr anchor="b"/>
          <a:lstStyle>
            <a:lvl1pPr algn="ctr">
              <a:defRPr sz="441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2647331"/>
            <a:ext cx="5669756" cy="1216909"/>
          </a:xfrm>
        </p:spPr>
        <p:txBody>
          <a:bodyPr/>
          <a:lstStyle>
            <a:lvl1pPr marL="0" indent="0" algn="ctr">
              <a:buNone/>
              <a:defRPr sz="1764"/>
            </a:lvl1pPr>
            <a:lvl2pPr marL="336042" indent="0" algn="ctr">
              <a:buNone/>
              <a:defRPr sz="1470"/>
            </a:lvl2pPr>
            <a:lvl3pPr marL="672084" indent="0" algn="ctr">
              <a:buNone/>
              <a:defRPr sz="1323"/>
            </a:lvl3pPr>
            <a:lvl4pPr marL="1008126" indent="0" algn="ctr">
              <a:buNone/>
              <a:defRPr sz="1176"/>
            </a:lvl4pPr>
            <a:lvl5pPr marL="1344168" indent="0" algn="ctr">
              <a:buNone/>
              <a:defRPr sz="1176"/>
            </a:lvl5pPr>
            <a:lvl6pPr marL="1680210" indent="0" algn="ctr">
              <a:buNone/>
              <a:defRPr sz="1176"/>
            </a:lvl6pPr>
            <a:lvl7pPr marL="2016252" indent="0" algn="ctr">
              <a:buNone/>
              <a:defRPr sz="1176"/>
            </a:lvl7pPr>
            <a:lvl8pPr marL="2352294" indent="0" algn="ctr">
              <a:buNone/>
              <a:defRPr sz="1176"/>
            </a:lvl8pPr>
            <a:lvl9pPr marL="2688336" indent="0" algn="ctr">
              <a:buNone/>
              <a:defRPr sz="117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55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5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1256579"/>
            <a:ext cx="6520220" cy="209663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3373044"/>
            <a:ext cx="6520220" cy="1102568"/>
          </a:xfrm>
        </p:spPr>
        <p:txBody>
          <a:bodyPr/>
          <a:lstStyle>
            <a:lvl1pPr marL="0" indent="0">
              <a:buNone/>
              <a:defRPr sz="1764">
                <a:solidFill>
                  <a:schemeClr val="tx1"/>
                </a:solidFill>
              </a:defRPr>
            </a:lvl1pPr>
            <a:lvl2pPr marL="336042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2pPr>
            <a:lvl3pPr marL="672084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00812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4pPr>
            <a:lvl5pPr marL="1344168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5pPr>
            <a:lvl6pPr marL="1680210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6pPr>
            <a:lvl7pPr marL="2016252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7pPr>
            <a:lvl8pPr marL="235229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8pPr>
            <a:lvl9pPr marL="268833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7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1341750"/>
            <a:ext cx="3212862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1341750"/>
            <a:ext cx="3212862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72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68351"/>
            <a:ext cx="6520220" cy="97422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1235577"/>
            <a:ext cx="3198096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1841114"/>
            <a:ext cx="3198096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1235577"/>
            <a:ext cx="3213847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1841114"/>
            <a:ext cx="3213847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10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52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336021"/>
            <a:ext cx="2438192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725713"/>
            <a:ext cx="3827085" cy="3581889"/>
          </a:xfrm>
        </p:spPr>
        <p:txBody>
          <a:bodyPr/>
          <a:lstStyle>
            <a:lvl1pPr>
              <a:defRPr sz="2352"/>
            </a:lvl1pPr>
            <a:lvl2pPr>
              <a:defRPr sz="2058"/>
            </a:lvl2pPr>
            <a:lvl3pPr>
              <a:defRPr sz="1764"/>
            </a:lvl3pPr>
            <a:lvl4pPr>
              <a:defRPr sz="1470"/>
            </a:lvl4pPr>
            <a:lvl5pPr>
              <a:defRPr sz="1470"/>
            </a:lvl5pPr>
            <a:lvl6pPr>
              <a:defRPr sz="1470"/>
            </a:lvl6pPr>
            <a:lvl7pPr>
              <a:defRPr sz="1470"/>
            </a:lvl7pPr>
            <a:lvl8pPr>
              <a:defRPr sz="1470"/>
            </a:lvl8pPr>
            <a:lvl9pPr>
              <a:defRPr sz="147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512094"/>
            <a:ext cx="2438192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93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336021"/>
            <a:ext cx="2438192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725713"/>
            <a:ext cx="3827085" cy="3581889"/>
          </a:xfrm>
        </p:spPr>
        <p:txBody>
          <a:bodyPr anchor="t"/>
          <a:lstStyle>
            <a:lvl1pPr marL="0" indent="0">
              <a:buNone/>
              <a:defRPr sz="2352"/>
            </a:lvl1pPr>
            <a:lvl2pPr marL="336042" indent="0">
              <a:buNone/>
              <a:defRPr sz="2058"/>
            </a:lvl2pPr>
            <a:lvl3pPr marL="672084" indent="0">
              <a:buNone/>
              <a:defRPr sz="1764"/>
            </a:lvl3pPr>
            <a:lvl4pPr marL="1008126" indent="0">
              <a:buNone/>
              <a:defRPr sz="1470"/>
            </a:lvl4pPr>
            <a:lvl5pPr marL="1344168" indent="0">
              <a:buNone/>
              <a:defRPr sz="1470"/>
            </a:lvl5pPr>
            <a:lvl6pPr marL="1680210" indent="0">
              <a:buNone/>
              <a:defRPr sz="1470"/>
            </a:lvl6pPr>
            <a:lvl7pPr marL="2016252" indent="0">
              <a:buNone/>
              <a:defRPr sz="1470"/>
            </a:lvl7pPr>
            <a:lvl8pPr marL="2352294" indent="0">
              <a:buNone/>
              <a:defRPr sz="1470"/>
            </a:lvl8pPr>
            <a:lvl9pPr marL="2688336" indent="0">
              <a:buNone/>
              <a:defRPr sz="147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512094"/>
            <a:ext cx="2438192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0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30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268350"/>
            <a:ext cx="1630055" cy="427143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268350"/>
            <a:ext cx="4795669" cy="427143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97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268351"/>
            <a:ext cx="6520220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1341750"/>
            <a:ext cx="6520220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4671625"/>
            <a:ext cx="170092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4671625"/>
            <a:ext cx="255139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4671625"/>
            <a:ext cx="170092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72084" rtl="0" eaLnBrk="1" latinLnBrk="0" hangingPunct="1">
        <a:lnSpc>
          <a:spcPct val="90000"/>
        </a:lnSpc>
        <a:spcBef>
          <a:spcPct val="0"/>
        </a:spcBef>
        <a:buNone/>
        <a:defRPr sz="32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021" indent="-168021" algn="l" defTabSz="672084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58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3pPr>
      <a:lvl4pPr marL="117614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512189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848231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18427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85635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3604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3pPr>
      <a:lvl4pPr marL="100812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344168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68021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01625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35229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68833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36424" y="-2299353"/>
              <a:ext cx="504627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400" dirty="0"/>
                <a:t>string name = "My Name";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/>
                <a:t>write_line("We can access " + name + " here"); </a:t>
              </a:r>
            </a:p>
            <a:p>
              <a:pPr marL="342900" indent="-342900" rtl="0">
                <a:buFont typeface="+mj-lt"/>
                <a:buAutoNum type="arabicPeriod"/>
              </a:pP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int </a:t>
              </a:r>
              <a:r>
                <a:rPr lang="en-AU" sz="14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= 0; 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write_line(name + " and " + to_string(</a:t>
              </a:r>
              <a:r>
                <a:rPr lang="en-AU" sz="14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) + " exist here");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  <a:b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write_line(name + " but no </a:t>
              </a:r>
              <a:r>
                <a:rPr lang="en-AU" sz="14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here”);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1,2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1179400"/>
            <a:ext cx="407468" cy="2722135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E2F9FA-437A-A833-AA7B-34F8716C5A8F}"/>
              </a:ext>
            </a:extLst>
          </p:cNvPr>
          <p:cNvSpPr txBox="1"/>
          <p:nvPr/>
        </p:nvSpPr>
        <p:spPr>
          <a:xfrm>
            <a:off x="295207" y="2303553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7E063-7914-A74B-39B3-404C1F4F8616}"/>
              </a:ext>
            </a:extLst>
          </p:cNvPr>
          <p:cNvSpPr/>
          <p:nvPr/>
        </p:nvSpPr>
        <p:spPr>
          <a:xfrm>
            <a:off x="347959" y="2667427"/>
            <a:ext cx="1450791" cy="307777"/>
          </a:xfrm>
          <a:custGeom>
            <a:avLst/>
            <a:gdLst>
              <a:gd name="connsiteX0" fmla="*/ 0 w 1450791"/>
              <a:gd name="connsiteY0" fmla="*/ 0 h 307777"/>
              <a:gd name="connsiteX1" fmla="*/ 469089 w 1450791"/>
              <a:gd name="connsiteY1" fmla="*/ 0 h 307777"/>
              <a:gd name="connsiteX2" fmla="*/ 909162 w 1450791"/>
              <a:gd name="connsiteY2" fmla="*/ 0 h 307777"/>
              <a:gd name="connsiteX3" fmla="*/ 1450791 w 1450791"/>
              <a:gd name="connsiteY3" fmla="*/ 0 h 307777"/>
              <a:gd name="connsiteX4" fmla="*/ 1450791 w 1450791"/>
              <a:gd name="connsiteY4" fmla="*/ 307777 h 307777"/>
              <a:gd name="connsiteX5" fmla="*/ 996210 w 1450791"/>
              <a:gd name="connsiteY5" fmla="*/ 307777 h 307777"/>
              <a:gd name="connsiteX6" fmla="*/ 483597 w 1450791"/>
              <a:gd name="connsiteY6" fmla="*/ 307777 h 307777"/>
              <a:gd name="connsiteX7" fmla="*/ 0 w 1450791"/>
              <a:gd name="connsiteY7" fmla="*/ 307777 h 307777"/>
              <a:gd name="connsiteX8" fmla="*/ 0 w 1450791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791" h="307777" extrusionOk="0">
                <a:moveTo>
                  <a:pt x="0" y="0"/>
                </a:moveTo>
                <a:cubicBezTo>
                  <a:pt x="150675" y="-4249"/>
                  <a:pt x="352734" y="-14730"/>
                  <a:pt x="469089" y="0"/>
                </a:cubicBezTo>
                <a:cubicBezTo>
                  <a:pt x="585444" y="14730"/>
                  <a:pt x="789481" y="20990"/>
                  <a:pt x="909162" y="0"/>
                </a:cubicBezTo>
                <a:cubicBezTo>
                  <a:pt x="1028843" y="-20990"/>
                  <a:pt x="1242402" y="2768"/>
                  <a:pt x="1450791" y="0"/>
                </a:cubicBezTo>
                <a:cubicBezTo>
                  <a:pt x="1456229" y="133970"/>
                  <a:pt x="1446634" y="197125"/>
                  <a:pt x="1450791" y="307777"/>
                </a:cubicBezTo>
                <a:cubicBezTo>
                  <a:pt x="1333195" y="294757"/>
                  <a:pt x="1100499" y="330196"/>
                  <a:pt x="996210" y="307777"/>
                </a:cubicBezTo>
                <a:cubicBezTo>
                  <a:pt x="891921" y="285358"/>
                  <a:pt x="589493" y="289357"/>
                  <a:pt x="483597" y="307777"/>
                </a:cubicBezTo>
                <a:cubicBezTo>
                  <a:pt x="377701" y="326197"/>
                  <a:pt x="104073" y="295228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ED454B-CDB8-80F6-31B9-8F994D380C95}"/>
              </a:ext>
            </a:extLst>
          </p:cNvPr>
          <p:cNvSpPr txBox="1"/>
          <p:nvPr/>
        </p:nvSpPr>
        <p:spPr>
          <a:xfrm>
            <a:off x="330433" y="2627774"/>
            <a:ext cx="1248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My Name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1FA035-253A-281A-3DA6-F6FE1FFA142D}"/>
              </a:ext>
            </a:extLst>
          </p:cNvPr>
          <p:cNvSpPr txBox="1"/>
          <p:nvPr/>
        </p:nvSpPr>
        <p:spPr>
          <a:xfrm>
            <a:off x="3334412" y="3653531"/>
            <a:ext cx="3930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We can access My Name here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84227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36424" y="-2299353"/>
              <a:ext cx="504627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string name = "My Name";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write_line("We can access " + name + " here"); </a:t>
              </a:r>
            </a:p>
            <a:p>
              <a:pPr marL="342900" indent="-342900" rtl="0">
                <a:buFont typeface="+mj-lt"/>
                <a:buAutoNum type="arabicPeriod"/>
              </a:pP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/>
                <a:t>{</a:t>
              </a: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int </a:t>
              </a:r>
              <a:r>
                <a:rPr lang="en-AU" sz="14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= 0; 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write_line(name + " and " + to_string(</a:t>
              </a:r>
              <a:r>
                <a:rPr lang="en-AU" sz="14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) + " exist here");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write_line(name + " but no </a:t>
              </a:r>
              <a:r>
                <a:rPr lang="en-AU" sz="14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here”);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1619794"/>
            <a:ext cx="407468" cy="2238697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E2F9FA-437A-A833-AA7B-34F8716C5A8F}"/>
              </a:ext>
            </a:extLst>
          </p:cNvPr>
          <p:cNvSpPr txBox="1"/>
          <p:nvPr/>
        </p:nvSpPr>
        <p:spPr>
          <a:xfrm>
            <a:off x="295207" y="2303553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7E063-7914-A74B-39B3-404C1F4F8616}"/>
              </a:ext>
            </a:extLst>
          </p:cNvPr>
          <p:cNvSpPr/>
          <p:nvPr/>
        </p:nvSpPr>
        <p:spPr>
          <a:xfrm>
            <a:off x="347959" y="2667427"/>
            <a:ext cx="1450791" cy="307777"/>
          </a:xfrm>
          <a:custGeom>
            <a:avLst/>
            <a:gdLst>
              <a:gd name="connsiteX0" fmla="*/ 0 w 1450791"/>
              <a:gd name="connsiteY0" fmla="*/ 0 h 307777"/>
              <a:gd name="connsiteX1" fmla="*/ 469089 w 1450791"/>
              <a:gd name="connsiteY1" fmla="*/ 0 h 307777"/>
              <a:gd name="connsiteX2" fmla="*/ 909162 w 1450791"/>
              <a:gd name="connsiteY2" fmla="*/ 0 h 307777"/>
              <a:gd name="connsiteX3" fmla="*/ 1450791 w 1450791"/>
              <a:gd name="connsiteY3" fmla="*/ 0 h 307777"/>
              <a:gd name="connsiteX4" fmla="*/ 1450791 w 1450791"/>
              <a:gd name="connsiteY4" fmla="*/ 307777 h 307777"/>
              <a:gd name="connsiteX5" fmla="*/ 996210 w 1450791"/>
              <a:gd name="connsiteY5" fmla="*/ 307777 h 307777"/>
              <a:gd name="connsiteX6" fmla="*/ 483597 w 1450791"/>
              <a:gd name="connsiteY6" fmla="*/ 307777 h 307777"/>
              <a:gd name="connsiteX7" fmla="*/ 0 w 1450791"/>
              <a:gd name="connsiteY7" fmla="*/ 307777 h 307777"/>
              <a:gd name="connsiteX8" fmla="*/ 0 w 1450791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791" h="307777" extrusionOk="0">
                <a:moveTo>
                  <a:pt x="0" y="0"/>
                </a:moveTo>
                <a:cubicBezTo>
                  <a:pt x="150675" y="-4249"/>
                  <a:pt x="352734" y="-14730"/>
                  <a:pt x="469089" y="0"/>
                </a:cubicBezTo>
                <a:cubicBezTo>
                  <a:pt x="585444" y="14730"/>
                  <a:pt x="789481" y="20990"/>
                  <a:pt x="909162" y="0"/>
                </a:cubicBezTo>
                <a:cubicBezTo>
                  <a:pt x="1028843" y="-20990"/>
                  <a:pt x="1242402" y="2768"/>
                  <a:pt x="1450791" y="0"/>
                </a:cubicBezTo>
                <a:cubicBezTo>
                  <a:pt x="1456229" y="133970"/>
                  <a:pt x="1446634" y="197125"/>
                  <a:pt x="1450791" y="307777"/>
                </a:cubicBezTo>
                <a:cubicBezTo>
                  <a:pt x="1333195" y="294757"/>
                  <a:pt x="1100499" y="330196"/>
                  <a:pt x="996210" y="307777"/>
                </a:cubicBezTo>
                <a:cubicBezTo>
                  <a:pt x="891921" y="285358"/>
                  <a:pt x="589493" y="289357"/>
                  <a:pt x="483597" y="307777"/>
                </a:cubicBezTo>
                <a:cubicBezTo>
                  <a:pt x="377701" y="326197"/>
                  <a:pt x="104073" y="295228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ED454B-CDB8-80F6-31B9-8F994D380C95}"/>
              </a:ext>
            </a:extLst>
          </p:cNvPr>
          <p:cNvSpPr txBox="1"/>
          <p:nvPr/>
        </p:nvSpPr>
        <p:spPr>
          <a:xfrm>
            <a:off x="330433" y="2627774"/>
            <a:ext cx="1248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My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43AAAD-FB8D-B6B1-31EE-D9C403C6B2E0}"/>
              </a:ext>
            </a:extLst>
          </p:cNvPr>
          <p:cNvSpPr txBox="1"/>
          <p:nvPr/>
        </p:nvSpPr>
        <p:spPr>
          <a:xfrm>
            <a:off x="3334412" y="3653531"/>
            <a:ext cx="3930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We can access My Name here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7A5211B-4CB3-C825-1855-759D83F7135C}"/>
              </a:ext>
            </a:extLst>
          </p:cNvPr>
          <p:cNvCxnSpPr>
            <a:cxnSpLocks/>
          </p:cNvCxnSpPr>
          <p:nvPr/>
        </p:nvCxnSpPr>
        <p:spPr>
          <a:xfrm>
            <a:off x="279203" y="2303553"/>
            <a:ext cx="1912478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723468D-B7B2-4F00-9203-B12AB9F6B26D}"/>
              </a:ext>
            </a:extLst>
          </p:cNvPr>
          <p:cNvSpPr/>
          <p:nvPr/>
        </p:nvSpPr>
        <p:spPr>
          <a:xfrm>
            <a:off x="756285" y="1657728"/>
            <a:ext cx="961768" cy="247440"/>
          </a:xfrm>
          <a:custGeom>
            <a:avLst/>
            <a:gdLst>
              <a:gd name="connsiteX0" fmla="*/ 0 w 961768"/>
              <a:gd name="connsiteY0" fmla="*/ 0 h 247440"/>
              <a:gd name="connsiteX1" fmla="*/ 500119 w 961768"/>
              <a:gd name="connsiteY1" fmla="*/ 0 h 247440"/>
              <a:gd name="connsiteX2" fmla="*/ 961768 w 961768"/>
              <a:gd name="connsiteY2" fmla="*/ 0 h 247440"/>
              <a:gd name="connsiteX3" fmla="*/ 961768 w 961768"/>
              <a:gd name="connsiteY3" fmla="*/ 247440 h 247440"/>
              <a:gd name="connsiteX4" fmla="*/ 490502 w 961768"/>
              <a:gd name="connsiteY4" fmla="*/ 247440 h 247440"/>
              <a:gd name="connsiteX5" fmla="*/ 0 w 961768"/>
              <a:gd name="connsiteY5" fmla="*/ 247440 h 247440"/>
              <a:gd name="connsiteX6" fmla="*/ 0 w 961768"/>
              <a:gd name="connsiteY6" fmla="*/ 0 h 24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61768" h="247440" fill="none" extrusionOk="0">
                <a:moveTo>
                  <a:pt x="0" y="0"/>
                </a:moveTo>
                <a:cubicBezTo>
                  <a:pt x="123783" y="-2691"/>
                  <a:pt x="363366" y="-3146"/>
                  <a:pt x="500119" y="0"/>
                </a:cubicBezTo>
                <a:cubicBezTo>
                  <a:pt x="636872" y="3146"/>
                  <a:pt x="839129" y="6674"/>
                  <a:pt x="961768" y="0"/>
                </a:cubicBezTo>
                <a:cubicBezTo>
                  <a:pt x="949753" y="91480"/>
                  <a:pt x="965042" y="153505"/>
                  <a:pt x="961768" y="247440"/>
                </a:cubicBezTo>
                <a:cubicBezTo>
                  <a:pt x="737748" y="258327"/>
                  <a:pt x="688940" y="240560"/>
                  <a:pt x="490502" y="247440"/>
                </a:cubicBezTo>
                <a:cubicBezTo>
                  <a:pt x="292064" y="254320"/>
                  <a:pt x="179456" y="255332"/>
                  <a:pt x="0" y="247440"/>
                </a:cubicBezTo>
                <a:cubicBezTo>
                  <a:pt x="-7887" y="157056"/>
                  <a:pt x="-6957" y="119087"/>
                  <a:pt x="0" y="0"/>
                </a:cubicBezTo>
                <a:close/>
              </a:path>
              <a:path w="961768" h="247440" stroke="0" extrusionOk="0">
                <a:moveTo>
                  <a:pt x="0" y="0"/>
                </a:moveTo>
                <a:cubicBezTo>
                  <a:pt x="157338" y="12916"/>
                  <a:pt x="337008" y="2776"/>
                  <a:pt x="471266" y="0"/>
                </a:cubicBezTo>
                <a:cubicBezTo>
                  <a:pt x="605524" y="-2776"/>
                  <a:pt x="738457" y="12375"/>
                  <a:pt x="961768" y="0"/>
                </a:cubicBezTo>
                <a:cubicBezTo>
                  <a:pt x="964751" y="80428"/>
                  <a:pt x="962763" y="126133"/>
                  <a:pt x="961768" y="247440"/>
                </a:cubicBezTo>
                <a:cubicBezTo>
                  <a:pt x="829319" y="243492"/>
                  <a:pt x="674427" y="258891"/>
                  <a:pt x="480884" y="247440"/>
                </a:cubicBezTo>
                <a:cubicBezTo>
                  <a:pt x="287341" y="235989"/>
                  <a:pt x="134981" y="242519"/>
                  <a:pt x="0" y="247440"/>
                </a:cubicBezTo>
                <a:cubicBezTo>
                  <a:pt x="-4693" y="184717"/>
                  <a:pt x="1395" y="112557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New block</a:t>
            </a:r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3F4030C2-86A4-F3D8-7630-90579B4E05A7}"/>
              </a:ext>
            </a:extLst>
          </p:cNvPr>
          <p:cNvCxnSpPr>
            <a:cxnSpLocks/>
            <a:stCxn id="32" idx="2"/>
          </p:cNvCxnSpPr>
          <p:nvPr/>
        </p:nvCxnSpPr>
        <p:spPr>
          <a:xfrm rot="5400000">
            <a:off x="1040668" y="2101669"/>
            <a:ext cx="393003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97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36424" y="-2299353"/>
              <a:ext cx="504627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string name = "My Name";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write_line("We can access " + name + " here"); </a:t>
              </a:r>
            </a:p>
            <a:p>
              <a:pPr marL="342900" indent="-342900" rtl="0">
                <a:buFont typeface="+mj-lt"/>
                <a:buAutoNum type="arabicPeriod"/>
              </a:pP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{ 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/>
                <a:t>    int </a:t>
              </a:r>
              <a:r>
                <a:rPr lang="en-AU" sz="1400" dirty="0" err="1"/>
                <a:t>i</a:t>
              </a:r>
              <a:r>
                <a:rPr lang="en-AU" sz="1400" dirty="0"/>
                <a:t> = 0; 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/>
                <a:t>    write_line(name + " and " + to_string(</a:t>
              </a:r>
              <a:r>
                <a:rPr lang="en-AU" sz="1400" dirty="0" err="1"/>
                <a:t>i</a:t>
              </a:r>
              <a:r>
                <a:rPr lang="en-AU" sz="1400" dirty="0"/>
                <a:t>) + " exist here");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write_line(name + " but no </a:t>
              </a:r>
              <a:r>
                <a:rPr lang="en-AU" sz="14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here”);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4,5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2013857"/>
            <a:ext cx="407468" cy="1747221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E2F9FA-437A-A833-AA7B-34F8716C5A8F}"/>
              </a:ext>
            </a:extLst>
          </p:cNvPr>
          <p:cNvSpPr txBox="1"/>
          <p:nvPr/>
        </p:nvSpPr>
        <p:spPr>
          <a:xfrm>
            <a:off x="295207" y="2303553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7E063-7914-A74B-39B3-404C1F4F8616}"/>
              </a:ext>
            </a:extLst>
          </p:cNvPr>
          <p:cNvSpPr/>
          <p:nvPr/>
        </p:nvSpPr>
        <p:spPr>
          <a:xfrm>
            <a:off x="347959" y="2667427"/>
            <a:ext cx="1450791" cy="307777"/>
          </a:xfrm>
          <a:custGeom>
            <a:avLst/>
            <a:gdLst>
              <a:gd name="connsiteX0" fmla="*/ 0 w 1450791"/>
              <a:gd name="connsiteY0" fmla="*/ 0 h 307777"/>
              <a:gd name="connsiteX1" fmla="*/ 469089 w 1450791"/>
              <a:gd name="connsiteY1" fmla="*/ 0 h 307777"/>
              <a:gd name="connsiteX2" fmla="*/ 909162 w 1450791"/>
              <a:gd name="connsiteY2" fmla="*/ 0 h 307777"/>
              <a:gd name="connsiteX3" fmla="*/ 1450791 w 1450791"/>
              <a:gd name="connsiteY3" fmla="*/ 0 h 307777"/>
              <a:gd name="connsiteX4" fmla="*/ 1450791 w 1450791"/>
              <a:gd name="connsiteY4" fmla="*/ 307777 h 307777"/>
              <a:gd name="connsiteX5" fmla="*/ 996210 w 1450791"/>
              <a:gd name="connsiteY5" fmla="*/ 307777 h 307777"/>
              <a:gd name="connsiteX6" fmla="*/ 483597 w 1450791"/>
              <a:gd name="connsiteY6" fmla="*/ 307777 h 307777"/>
              <a:gd name="connsiteX7" fmla="*/ 0 w 1450791"/>
              <a:gd name="connsiteY7" fmla="*/ 307777 h 307777"/>
              <a:gd name="connsiteX8" fmla="*/ 0 w 1450791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791" h="307777" extrusionOk="0">
                <a:moveTo>
                  <a:pt x="0" y="0"/>
                </a:moveTo>
                <a:cubicBezTo>
                  <a:pt x="150675" y="-4249"/>
                  <a:pt x="352734" y="-14730"/>
                  <a:pt x="469089" y="0"/>
                </a:cubicBezTo>
                <a:cubicBezTo>
                  <a:pt x="585444" y="14730"/>
                  <a:pt x="789481" y="20990"/>
                  <a:pt x="909162" y="0"/>
                </a:cubicBezTo>
                <a:cubicBezTo>
                  <a:pt x="1028843" y="-20990"/>
                  <a:pt x="1242402" y="2768"/>
                  <a:pt x="1450791" y="0"/>
                </a:cubicBezTo>
                <a:cubicBezTo>
                  <a:pt x="1456229" y="133970"/>
                  <a:pt x="1446634" y="197125"/>
                  <a:pt x="1450791" y="307777"/>
                </a:cubicBezTo>
                <a:cubicBezTo>
                  <a:pt x="1333195" y="294757"/>
                  <a:pt x="1100499" y="330196"/>
                  <a:pt x="996210" y="307777"/>
                </a:cubicBezTo>
                <a:cubicBezTo>
                  <a:pt x="891921" y="285358"/>
                  <a:pt x="589493" y="289357"/>
                  <a:pt x="483597" y="307777"/>
                </a:cubicBezTo>
                <a:cubicBezTo>
                  <a:pt x="377701" y="326197"/>
                  <a:pt x="104073" y="295228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ED454B-CDB8-80F6-31B9-8F994D380C95}"/>
              </a:ext>
            </a:extLst>
          </p:cNvPr>
          <p:cNvSpPr txBox="1"/>
          <p:nvPr/>
        </p:nvSpPr>
        <p:spPr>
          <a:xfrm>
            <a:off x="330433" y="2627774"/>
            <a:ext cx="1248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My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83E128-790D-806A-2626-490D9D444883}"/>
              </a:ext>
            </a:extLst>
          </p:cNvPr>
          <p:cNvSpPr txBox="1"/>
          <p:nvPr/>
        </p:nvSpPr>
        <p:spPr>
          <a:xfrm>
            <a:off x="3334412" y="3653531"/>
            <a:ext cx="39300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We can access My Name here</a:t>
            </a:r>
          </a:p>
          <a:p>
            <a:r>
              <a:rPr lang="en-AU" sz="1600" dirty="0"/>
              <a:t>My Name and 0 exist here</a:t>
            </a:r>
            <a:endParaRPr lang="en-US" sz="16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8DD9D66-ED72-1C95-2AC5-DE7E186C8389}"/>
              </a:ext>
            </a:extLst>
          </p:cNvPr>
          <p:cNvGrpSpPr/>
          <p:nvPr/>
        </p:nvGrpSpPr>
        <p:grpSpPr>
          <a:xfrm>
            <a:off x="284135" y="1476194"/>
            <a:ext cx="1503543" cy="671651"/>
            <a:chOff x="284135" y="1617708"/>
            <a:chExt cx="1503543" cy="67165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323E9A7-613D-93D3-10E4-C484F9D63907}"/>
                </a:ext>
              </a:extLst>
            </p:cNvPr>
            <p:cNvSpPr txBox="1"/>
            <p:nvPr/>
          </p:nvSpPr>
          <p:spPr>
            <a:xfrm>
              <a:off x="284135" y="1617708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</a:t>
              </a: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4368FA6-1E99-DC3B-BCFC-26F145C072B1}"/>
                </a:ext>
              </a:extLst>
            </p:cNvPr>
            <p:cNvSpPr/>
            <p:nvPr/>
          </p:nvSpPr>
          <p:spPr>
            <a:xfrm>
              <a:off x="336887" y="1981582"/>
              <a:ext cx="1450791" cy="307777"/>
            </a:xfrm>
            <a:custGeom>
              <a:avLst/>
              <a:gdLst>
                <a:gd name="connsiteX0" fmla="*/ 0 w 1450791"/>
                <a:gd name="connsiteY0" fmla="*/ 0 h 307777"/>
                <a:gd name="connsiteX1" fmla="*/ 469089 w 1450791"/>
                <a:gd name="connsiteY1" fmla="*/ 0 h 307777"/>
                <a:gd name="connsiteX2" fmla="*/ 909162 w 1450791"/>
                <a:gd name="connsiteY2" fmla="*/ 0 h 307777"/>
                <a:gd name="connsiteX3" fmla="*/ 1450791 w 1450791"/>
                <a:gd name="connsiteY3" fmla="*/ 0 h 307777"/>
                <a:gd name="connsiteX4" fmla="*/ 1450791 w 1450791"/>
                <a:gd name="connsiteY4" fmla="*/ 307777 h 307777"/>
                <a:gd name="connsiteX5" fmla="*/ 996210 w 1450791"/>
                <a:gd name="connsiteY5" fmla="*/ 307777 h 307777"/>
                <a:gd name="connsiteX6" fmla="*/ 483597 w 1450791"/>
                <a:gd name="connsiteY6" fmla="*/ 307777 h 307777"/>
                <a:gd name="connsiteX7" fmla="*/ 0 w 1450791"/>
                <a:gd name="connsiteY7" fmla="*/ 307777 h 307777"/>
                <a:gd name="connsiteX8" fmla="*/ 0 w 1450791"/>
                <a:gd name="connsiteY8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50791" h="307777" extrusionOk="0">
                  <a:moveTo>
                    <a:pt x="0" y="0"/>
                  </a:moveTo>
                  <a:cubicBezTo>
                    <a:pt x="150675" y="-4249"/>
                    <a:pt x="352734" y="-14730"/>
                    <a:pt x="469089" y="0"/>
                  </a:cubicBezTo>
                  <a:cubicBezTo>
                    <a:pt x="585444" y="14730"/>
                    <a:pt x="789481" y="20990"/>
                    <a:pt x="909162" y="0"/>
                  </a:cubicBezTo>
                  <a:cubicBezTo>
                    <a:pt x="1028843" y="-20990"/>
                    <a:pt x="1242402" y="2768"/>
                    <a:pt x="1450791" y="0"/>
                  </a:cubicBezTo>
                  <a:cubicBezTo>
                    <a:pt x="1456229" y="133970"/>
                    <a:pt x="1446634" y="197125"/>
                    <a:pt x="1450791" y="307777"/>
                  </a:cubicBezTo>
                  <a:cubicBezTo>
                    <a:pt x="1333195" y="294757"/>
                    <a:pt x="1100499" y="330196"/>
                    <a:pt x="996210" y="307777"/>
                  </a:cubicBezTo>
                  <a:cubicBezTo>
                    <a:pt x="891921" y="285358"/>
                    <a:pt x="589493" y="289357"/>
                    <a:pt x="483597" y="307777"/>
                  </a:cubicBezTo>
                  <a:cubicBezTo>
                    <a:pt x="377701" y="326197"/>
                    <a:pt x="104073" y="295228"/>
                    <a:pt x="0" y="307777"/>
                  </a:cubicBezTo>
                  <a:cubicBezTo>
                    <a:pt x="-6096" y="178844"/>
                    <a:pt x="1978" y="79401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3144AC7-94EA-6BC9-63C8-8F016FD30F8B}"/>
                </a:ext>
              </a:extLst>
            </p:cNvPr>
            <p:cNvSpPr txBox="1"/>
            <p:nvPr/>
          </p:nvSpPr>
          <p:spPr>
            <a:xfrm>
              <a:off x="319361" y="1941929"/>
              <a:ext cx="12482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B27966A-F3DF-EDD4-F96F-605847B43434}"/>
              </a:ext>
            </a:extLst>
          </p:cNvPr>
          <p:cNvCxnSpPr>
            <a:cxnSpLocks/>
          </p:cNvCxnSpPr>
          <p:nvPr/>
        </p:nvCxnSpPr>
        <p:spPr>
          <a:xfrm>
            <a:off x="279203" y="2303553"/>
            <a:ext cx="1912478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617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36424" y="-2299353"/>
              <a:ext cx="504627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string name = "My Name";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write_line("We can access " + name + " here"); </a:t>
              </a:r>
            </a:p>
            <a:p>
              <a:pPr marL="342900" indent="-342900" rtl="0">
                <a:buFont typeface="+mj-lt"/>
                <a:buAutoNum type="arabicPeriod"/>
              </a:pP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{ 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int </a:t>
              </a:r>
              <a:r>
                <a:rPr lang="en-AU" sz="14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= 0; 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write_line(name + " and " + to_string(</a:t>
              </a:r>
              <a:r>
                <a:rPr lang="en-AU" sz="14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) + " exist here");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/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write_line(name + " but no </a:t>
              </a:r>
              <a:r>
                <a:rPr lang="en-AU" sz="14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here”);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2260160"/>
            <a:ext cx="407468" cy="1426367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E2F9FA-437A-A833-AA7B-34F8716C5A8F}"/>
              </a:ext>
            </a:extLst>
          </p:cNvPr>
          <p:cNvSpPr txBox="1"/>
          <p:nvPr/>
        </p:nvSpPr>
        <p:spPr>
          <a:xfrm>
            <a:off x="295207" y="2303553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7E063-7914-A74B-39B3-404C1F4F8616}"/>
              </a:ext>
            </a:extLst>
          </p:cNvPr>
          <p:cNvSpPr/>
          <p:nvPr/>
        </p:nvSpPr>
        <p:spPr>
          <a:xfrm>
            <a:off x="347959" y="2667427"/>
            <a:ext cx="1450791" cy="307777"/>
          </a:xfrm>
          <a:custGeom>
            <a:avLst/>
            <a:gdLst>
              <a:gd name="connsiteX0" fmla="*/ 0 w 1450791"/>
              <a:gd name="connsiteY0" fmla="*/ 0 h 307777"/>
              <a:gd name="connsiteX1" fmla="*/ 469089 w 1450791"/>
              <a:gd name="connsiteY1" fmla="*/ 0 h 307777"/>
              <a:gd name="connsiteX2" fmla="*/ 909162 w 1450791"/>
              <a:gd name="connsiteY2" fmla="*/ 0 h 307777"/>
              <a:gd name="connsiteX3" fmla="*/ 1450791 w 1450791"/>
              <a:gd name="connsiteY3" fmla="*/ 0 h 307777"/>
              <a:gd name="connsiteX4" fmla="*/ 1450791 w 1450791"/>
              <a:gd name="connsiteY4" fmla="*/ 307777 h 307777"/>
              <a:gd name="connsiteX5" fmla="*/ 996210 w 1450791"/>
              <a:gd name="connsiteY5" fmla="*/ 307777 h 307777"/>
              <a:gd name="connsiteX6" fmla="*/ 483597 w 1450791"/>
              <a:gd name="connsiteY6" fmla="*/ 307777 h 307777"/>
              <a:gd name="connsiteX7" fmla="*/ 0 w 1450791"/>
              <a:gd name="connsiteY7" fmla="*/ 307777 h 307777"/>
              <a:gd name="connsiteX8" fmla="*/ 0 w 1450791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791" h="307777" extrusionOk="0">
                <a:moveTo>
                  <a:pt x="0" y="0"/>
                </a:moveTo>
                <a:cubicBezTo>
                  <a:pt x="150675" y="-4249"/>
                  <a:pt x="352734" y="-14730"/>
                  <a:pt x="469089" y="0"/>
                </a:cubicBezTo>
                <a:cubicBezTo>
                  <a:pt x="585444" y="14730"/>
                  <a:pt x="789481" y="20990"/>
                  <a:pt x="909162" y="0"/>
                </a:cubicBezTo>
                <a:cubicBezTo>
                  <a:pt x="1028843" y="-20990"/>
                  <a:pt x="1242402" y="2768"/>
                  <a:pt x="1450791" y="0"/>
                </a:cubicBezTo>
                <a:cubicBezTo>
                  <a:pt x="1456229" y="133970"/>
                  <a:pt x="1446634" y="197125"/>
                  <a:pt x="1450791" y="307777"/>
                </a:cubicBezTo>
                <a:cubicBezTo>
                  <a:pt x="1333195" y="294757"/>
                  <a:pt x="1100499" y="330196"/>
                  <a:pt x="996210" y="307777"/>
                </a:cubicBezTo>
                <a:cubicBezTo>
                  <a:pt x="891921" y="285358"/>
                  <a:pt x="589493" y="289357"/>
                  <a:pt x="483597" y="307777"/>
                </a:cubicBezTo>
                <a:cubicBezTo>
                  <a:pt x="377701" y="326197"/>
                  <a:pt x="104073" y="295228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ED454B-CDB8-80F6-31B9-8F994D380C95}"/>
              </a:ext>
            </a:extLst>
          </p:cNvPr>
          <p:cNvSpPr txBox="1"/>
          <p:nvPr/>
        </p:nvSpPr>
        <p:spPr>
          <a:xfrm>
            <a:off x="330433" y="2627774"/>
            <a:ext cx="1248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My Name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F60137B-1B60-DFCA-D318-47599CA70107}"/>
              </a:ext>
            </a:extLst>
          </p:cNvPr>
          <p:cNvSpPr/>
          <p:nvPr/>
        </p:nvSpPr>
        <p:spPr>
          <a:xfrm>
            <a:off x="330434" y="926783"/>
            <a:ext cx="1736316" cy="571998"/>
          </a:xfrm>
          <a:custGeom>
            <a:avLst/>
            <a:gdLst>
              <a:gd name="connsiteX0" fmla="*/ 0 w 1736316"/>
              <a:gd name="connsiteY0" fmla="*/ 0 h 571998"/>
              <a:gd name="connsiteX1" fmla="*/ 613498 w 1736316"/>
              <a:gd name="connsiteY1" fmla="*/ 0 h 571998"/>
              <a:gd name="connsiteX2" fmla="*/ 1209633 w 1736316"/>
              <a:gd name="connsiteY2" fmla="*/ 0 h 571998"/>
              <a:gd name="connsiteX3" fmla="*/ 1736316 w 1736316"/>
              <a:gd name="connsiteY3" fmla="*/ 0 h 571998"/>
              <a:gd name="connsiteX4" fmla="*/ 1736316 w 1736316"/>
              <a:gd name="connsiteY4" fmla="*/ 571998 h 571998"/>
              <a:gd name="connsiteX5" fmla="*/ 1192270 w 1736316"/>
              <a:gd name="connsiteY5" fmla="*/ 571998 h 571998"/>
              <a:gd name="connsiteX6" fmla="*/ 613498 w 1736316"/>
              <a:gd name="connsiteY6" fmla="*/ 571998 h 571998"/>
              <a:gd name="connsiteX7" fmla="*/ 0 w 1736316"/>
              <a:gd name="connsiteY7" fmla="*/ 571998 h 571998"/>
              <a:gd name="connsiteX8" fmla="*/ 0 w 1736316"/>
              <a:gd name="connsiteY8" fmla="*/ 0 h 57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36316" h="571998" fill="none" extrusionOk="0">
                <a:moveTo>
                  <a:pt x="0" y="0"/>
                </a:moveTo>
                <a:cubicBezTo>
                  <a:pt x="251221" y="-24567"/>
                  <a:pt x="446306" y="16849"/>
                  <a:pt x="613498" y="0"/>
                </a:cubicBezTo>
                <a:cubicBezTo>
                  <a:pt x="780690" y="-16849"/>
                  <a:pt x="968674" y="5007"/>
                  <a:pt x="1209633" y="0"/>
                </a:cubicBezTo>
                <a:cubicBezTo>
                  <a:pt x="1450593" y="-5007"/>
                  <a:pt x="1520159" y="-25462"/>
                  <a:pt x="1736316" y="0"/>
                </a:cubicBezTo>
                <a:cubicBezTo>
                  <a:pt x="1747396" y="199324"/>
                  <a:pt x="1757968" y="447599"/>
                  <a:pt x="1736316" y="571998"/>
                </a:cubicBezTo>
                <a:cubicBezTo>
                  <a:pt x="1524876" y="595035"/>
                  <a:pt x="1451098" y="552300"/>
                  <a:pt x="1192270" y="571998"/>
                </a:cubicBezTo>
                <a:cubicBezTo>
                  <a:pt x="933442" y="591696"/>
                  <a:pt x="778654" y="577099"/>
                  <a:pt x="613498" y="571998"/>
                </a:cubicBezTo>
                <a:cubicBezTo>
                  <a:pt x="448342" y="566897"/>
                  <a:pt x="204353" y="544359"/>
                  <a:pt x="0" y="571998"/>
                </a:cubicBezTo>
                <a:cubicBezTo>
                  <a:pt x="-20348" y="407351"/>
                  <a:pt x="-28342" y="221640"/>
                  <a:pt x="0" y="0"/>
                </a:cubicBezTo>
                <a:close/>
              </a:path>
              <a:path w="1736316" h="571998" stroke="0" extrusionOk="0">
                <a:moveTo>
                  <a:pt x="0" y="0"/>
                </a:moveTo>
                <a:cubicBezTo>
                  <a:pt x="178157" y="-22471"/>
                  <a:pt x="411807" y="-15736"/>
                  <a:pt x="561409" y="0"/>
                </a:cubicBezTo>
                <a:cubicBezTo>
                  <a:pt x="711011" y="15736"/>
                  <a:pt x="968854" y="18112"/>
                  <a:pt x="1088091" y="0"/>
                </a:cubicBezTo>
                <a:cubicBezTo>
                  <a:pt x="1207328" y="-18112"/>
                  <a:pt x="1466040" y="-20783"/>
                  <a:pt x="1736316" y="0"/>
                </a:cubicBezTo>
                <a:cubicBezTo>
                  <a:pt x="1714266" y="188454"/>
                  <a:pt x="1747025" y="321716"/>
                  <a:pt x="1736316" y="571998"/>
                </a:cubicBezTo>
                <a:cubicBezTo>
                  <a:pt x="1484066" y="551045"/>
                  <a:pt x="1329755" y="561635"/>
                  <a:pt x="1192270" y="571998"/>
                </a:cubicBezTo>
                <a:cubicBezTo>
                  <a:pt x="1054785" y="582361"/>
                  <a:pt x="880429" y="588815"/>
                  <a:pt x="578772" y="571998"/>
                </a:cubicBezTo>
                <a:cubicBezTo>
                  <a:pt x="277115" y="555181"/>
                  <a:pt x="168531" y="573512"/>
                  <a:pt x="0" y="571998"/>
                </a:cubicBezTo>
                <a:cubicBezTo>
                  <a:pt x="-12005" y="306504"/>
                  <a:pt x="4214" y="184742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The current block (including ‘</a:t>
            </a:r>
            <a:r>
              <a:rPr lang="en-US" sz="1200" dirty="0" err="1"/>
              <a:t>i</a:t>
            </a:r>
            <a:r>
              <a:rPr lang="en-US" sz="1200" dirty="0"/>
              <a:t>’ will be removed from the stack)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43AAAD-FB8D-B6B1-31EE-D9C403C6B2E0}"/>
              </a:ext>
            </a:extLst>
          </p:cNvPr>
          <p:cNvSpPr txBox="1"/>
          <p:nvPr/>
        </p:nvSpPr>
        <p:spPr>
          <a:xfrm>
            <a:off x="3334412" y="3653531"/>
            <a:ext cx="39300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We can access My Name here</a:t>
            </a:r>
          </a:p>
          <a:p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My Name and 0 exist here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852996AC-7BFB-3D3C-48B0-D37B14889669}"/>
              </a:ext>
            </a:extLst>
          </p:cNvPr>
          <p:cNvCxnSpPr>
            <a:cxnSpLocks/>
            <a:stCxn id="30" idx="2"/>
          </p:cNvCxnSpPr>
          <p:nvPr/>
        </p:nvCxnSpPr>
        <p:spPr>
          <a:xfrm rot="5400000">
            <a:off x="1014616" y="1682757"/>
            <a:ext cx="367952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71696D4-7C44-0498-442A-5944F1AF6856}"/>
              </a:ext>
            </a:extLst>
          </p:cNvPr>
          <p:cNvGrpSpPr/>
          <p:nvPr/>
        </p:nvGrpSpPr>
        <p:grpSpPr>
          <a:xfrm>
            <a:off x="284135" y="1476194"/>
            <a:ext cx="1503543" cy="671651"/>
            <a:chOff x="284135" y="1617708"/>
            <a:chExt cx="1503543" cy="671651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4C3737F-4A8D-1600-B430-66E64D19D4C3}"/>
                </a:ext>
              </a:extLst>
            </p:cNvPr>
            <p:cNvSpPr txBox="1"/>
            <p:nvPr/>
          </p:nvSpPr>
          <p:spPr>
            <a:xfrm>
              <a:off x="284135" y="1617708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69EE861-66DE-AD91-6E8B-FBB3301B9E2B}"/>
                </a:ext>
              </a:extLst>
            </p:cNvPr>
            <p:cNvSpPr/>
            <p:nvPr/>
          </p:nvSpPr>
          <p:spPr>
            <a:xfrm>
              <a:off x="336887" y="1981582"/>
              <a:ext cx="1450791" cy="307777"/>
            </a:xfrm>
            <a:custGeom>
              <a:avLst/>
              <a:gdLst>
                <a:gd name="connsiteX0" fmla="*/ 0 w 1450791"/>
                <a:gd name="connsiteY0" fmla="*/ 0 h 307777"/>
                <a:gd name="connsiteX1" fmla="*/ 469089 w 1450791"/>
                <a:gd name="connsiteY1" fmla="*/ 0 h 307777"/>
                <a:gd name="connsiteX2" fmla="*/ 909162 w 1450791"/>
                <a:gd name="connsiteY2" fmla="*/ 0 h 307777"/>
                <a:gd name="connsiteX3" fmla="*/ 1450791 w 1450791"/>
                <a:gd name="connsiteY3" fmla="*/ 0 h 307777"/>
                <a:gd name="connsiteX4" fmla="*/ 1450791 w 1450791"/>
                <a:gd name="connsiteY4" fmla="*/ 307777 h 307777"/>
                <a:gd name="connsiteX5" fmla="*/ 996210 w 1450791"/>
                <a:gd name="connsiteY5" fmla="*/ 307777 h 307777"/>
                <a:gd name="connsiteX6" fmla="*/ 483597 w 1450791"/>
                <a:gd name="connsiteY6" fmla="*/ 307777 h 307777"/>
                <a:gd name="connsiteX7" fmla="*/ 0 w 1450791"/>
                <a:gd name="connsiteY7" fmla="*/ 307777 h 307777"/>
                <a:gd name="connsiteX8" fmla="*/ 0 w 1450791"/>
                <a:gd name="connsiteY8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50791" h="307777" extrusionOk="0">
                  <a:moveTo>
                    <a:pt x="0" y="0"/>
                  </a:moveTo>
                  <a:cubicBezTo>
                    <a:pt x="150675" y="-4249"/>
                    <a:pt x="352734" y="-14730"/>
                    <a:pt x="469089" y="0"/>
                  </a:cubicBezTo>
                  <a:cubicBezTo>
                    <a:pt x="585444" y="14730"/>
                    <a:pt x="789481" y="20990"/>
                    <a:pt x="909162" y="0"/>
                  </a:cubicBezTo>
                  <a:cubicBezTo>
                    <a:pt x="1028843" y="-20990"/>
                    <a:pt x="1242402" y="2768"/>
                    <a:pt x="1450791" y="0"/>
                  </a:cubicBezTo>
                  <a:cubicBezTo>
                    <a:pt x="1456229" y="133970"/>
                    <a:pt x="1446634" y="197125"/>
                    <a:pt x="1450791" y="307777"/>
                  </a:cubicBezTo>
                  <a:cubicBezTo>
                    <a:pt x="1333195" y="294757"/>
                    <a:pt x="1100499" y="330196"/>
                    <a:pt x="996210" y="307777"/>
                  </a:cubicBezTo>
                  <a:cubicBezTo>
                    <a:pt x="891921" y="285358"/>
                    <a:pt x="589493" y="289357"/>
                    <a:pt x="483597" y="307777"/>
                  </a:cubicBezTo>
                  <a:cubicBezTo>
                    <a:pt x="377701" y="326197"/>
                    <a:pt x="104073" y="295228"/>
                    <a:pt x="0" y="307777"/>
                  </a:cubicBezTo>
                  <a:cubicBezTo>
                    <a:pt x="-6096" y="178844"/>
                    <a:pt x="1978" y="79401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bg1">
                  <a:lumMod val="6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CFB85D9-5FCE-1BE6-B758-C20499770F8E}"/>
                </a:ext>
              </a:extLst>
            </p:cNvPr>
            <p:cNvSpPr txBox="1"/>
            <p:nvPr/>
          </p:nvSpPr>
          <p:spPr>
            <a:xfrm>
              <a:off x="319361" y="1941929"/>
              <a:ext cx="12482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>
                      <a:lumMod val="65000"/>
                    </a:schemeClr>
                  </a:solidFill>
                </a:rPr>
                <a:t>0</a:t>
              </a:r>
            </a:p>
          </p:txBody>
        </p: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91D3EDD-4E6A-CA90-BBF5-7B2D3D0B81EC}"/>
              </a:ext>
            </a:extLst>
          </p:cNvPr>
          <p:cNvCxnSpPr>
            <a:cxnSpLocks/>
          </p:cNvCxnSpPr>
          <p:nvPr/>
        </p:nvCxnSpPr>
        <p:spPr>
          <a:xfrm>
            <a:off x="279203" y="2303553"/>
            <a:ext cx="1912478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481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36424" y="-2299353"/>
              <a:ext cx="504627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string name = "My Name";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write_line("We can access " + name + " here"); </a:t>
              </a:r>
            </a:p>
            <a:p>
              <a:pPr marL="342900" indent="-342900" rtl="0">
                <a:buFont typeface="+mj-lt"/>
                <a:buAutoNum type="arabicPeriod"/>
              </a:pP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{ 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int </a:t>
              </a:r>
              <a:r>
                <a:rPr lang="en-AU" sz="14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= 0; 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write_line(name + " and " + to_string(</a:t>
              </a:r>
              <a:r>
                <a:rPr lang="en-AU" sz="14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) + " exist here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en-AU" sz="1400" dirty="0"/>
                <a:t>write_line(name + " but no </a:t>
              </a:r>
              <a:r>
                <a:rPr lang="en-AU" sz="1400" dirty="0" err="1"/>
                <a:t>i</a:t>
              </a:r>
              <a:r>
                <a:rPr lang="en-AU" sz="1400" dirty="0"/>
                <a:t> here”); ");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END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2667427"/>
            <a:ext cx="407468" cy="1093651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E2F9FA-437A-A833-AA7B-34F8716C5A8F}"/>
              </a:ext>
            </a:extLst>
          </p:cNvPr>
          <p:cNvSpPr txBox="1"/>
          <p:nvPr/>
        </p:nvSpPr>
        <p:spPr>
          <a:xfrm>
            <a:off x="295207" y="2303553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7E063-7914-A74B-39B3-404C1F4F8616}"/>
              </a:ext>
            </a:extLst>
          </p:cNvPr>
          <p:cNvSpPr/>
          <p:nvPr/>
        </p:nvSpPr>
        <p:spPr>
          <a:xfrm>
            <a:off x="347959" y="2667427"/>
            <a:ext cx="1450791" cy="307777"/>
          </a:xfrm>
          <a:custGeom>
            <a:avLst/>
            <a:gdLst>
              <a:gd name="connsiteX0" fmla="*/ 0 w 1450791"/>
              <a:gd name="connsiteY0" fmla="*/ 0 h 307777"/>
              <a:gd name="connsiteX1" fmla="*/ 469089 w 1450791"/>
              <a:gd name="connsiteY1" fmla="*/ 0 h 307777"/>
              <a:gd name="connsiteX2" fmla="*/ 909162 w 1450791"/>
              <a:gd name="connsiteY2" fmla="*/ 0 h 307777"/>
              <a:gd name="connsiteX3" fmla="*/ 1450791 w 1450791"/>
              <a:gd name="connsiteY3" fmla="*/ 0 h 307777"/>
              <a:gd name="connsiteX4" fmla="*/ 1450791 w 1450791"/>
              <a:gd name="connsiteY4" fmla="*/ 307777 h 307777"/>
              <a:gd name="connsiteX5" fmla="*/ 996210 w 1450791"/>
              <a:gd name="connsiteY5" fmla="*/ 307777 h 307777"/>
              <a:gd name="connsiteX6" fmla="*/ 483597 w 1450791"/>
              <a:gd name="connsiteY6" fmla="*/ 307777 h 307777"/>
              <a:gd name="connsiteX7" fmla="*/ 0 w 1450791"/>
              <a:gd name="connsiteY7" fmla="*/ 307777 h 307777"/>
              <a:gd name="connsiteX8" fmla="*/ 0 w 1450791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791" h="307777" extrusionOk="0">
                <a:moveTo>
                  <a:pt x="0" y="0"/>
                </a:moveTo>
                <a:cubicBezTo>
                  <a:pt x="150675" y="-4249"/>
                  <a:pt x="352734" y="-14730"/>
                  <a:pt x="469089" y="0"/>
                </a:cubicBezTo>
                <a:cubicBezTo>
                  <a:pt x="585444" y="14730"/>
                  <a:pt x="789481" y="20990"/>
                  <a:pt x="909162" y="0"/>
                </a:cubicBezTo>
                <a:cubicBezTo>
                  <a:pt x="1028843" y="-20990"/>
                  <a:pt x="1242402" y="2768"/>
                  <a:pt x="1450791" y="0"/>
                </a:cubicBezTo>
                <a:cubicBezTo>
                  <a:pt x="1456229" y="133970"/>
                  <a:pt x="1446634" y="197125"/>
                  <a:pt x="1450791" y="307777"/>
                </a:cubicBezTo>
                <a:cubicBezTo>
                  <a:pt x="1333195" y="294757"/>
                  <a:pt x="1100499" y="330196"/>
                  <a:pt x="996210" y="307777"/>
                </a:cubicBezTo>
                <a:cubicBezTo>
                  <a:pt x="891921" y="285358"/>
                  <a:pt x="589493" y="289357"/>
                  <a:pt x="483597" y="307777"/>
                </a:cubicBezTo>
                <a:cubicBezTo>
                  <a:pt x="377701" y="326197"/>
                  <a:pt x="104073" y="295228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ED454B-CDB8-80F6-31B9-8F994D380C95}"/>
              </a:ext>
            </a:extLst>
          </p:cNvPr>
          <p:cNvSpPr txBox="1"/>
          <p:nvPr/>
        </p:nvSpPr>
        <p:spPr>
          <a:xfrm>
            <a:off x="330433" y="2627774"/>
            <a:ext cx="1248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My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83E128-790D-806A-2626-490D9D444883}"/>
              </a:ext>
            </a:extLst>
          </p:cNvPr>
          <p:cNvSpPr txBox="1"/>
          <p:nvPr/>
        </p:nvSpPr>
        <p:spPr>
          <a:xfrm>
            <a:off x="3334412" y="3653531"/>
            <a:ext cx="3930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We can access My Name here</a:t>
            </a:r>
          </a:p>
          <a:p>
            <a:r>
              <a:rPr lang="en-AU" sz="1600" dirty="0"/>
              <a:t>My Name and 0 exist here</a:t>
            </a:r>
          </a:p>
          <a:p>
            <a:r>
              <a:rPr lang="en-AU" sz="1600" dirty="0"/>
              <a:t>My Name but no i here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5727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28491</TotalTime>
  <Words>374</Words>
  <Application>Microsoft Macintosh PowerPoint</Application>
  <PresentationFormat>Custom</PresentationFormat>
  <Paragraphs>109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Gaegu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Charlotte Pierce</cp:lastModifiedBy>
  <cp:revision>171</cp:revision>
  <dcterms:created xsi:type="dcterms:W3CDTF">2023-09-06T05:00:29Z</dcterms:created>
  <dcterms:modified xsi:type="dcterms:W3CDTF">2024-02-09T06:23:51Z</dcterms:modified>
  <cp:category/>
</cp:coreProperties>
</file>