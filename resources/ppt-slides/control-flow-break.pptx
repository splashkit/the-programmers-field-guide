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87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</p:sldIdLst>
  <p:sldSz cx="7559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00"/>
    <a:srgbClr val="C9003B"/>
    <a:srgbClr val="C37050"/>
    <a:srgbClr val="C1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703"/>
    <p:restoredTop sz="94701"/>
  </p:normalViewPr>
  <p:slideViewPr>
    <p:cSldViewPr snapToGrid="0">
      <p:cViewPr varScale="1">
        <p:scale>
          <a:sx n="132" d="100"/>
          <a:sy n="132" d="100"/>
        </p:scale>
        <p:origin x="184" y="1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824885"/>
            <a:ext cx="6425724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647331"/>
            <a:ext cx="5669756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355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35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1256579"/>
            <a:ext cx="6520220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3373044"/>
            <a:ext cx="6520220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/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75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341750"/>
            <a:ext cx="3212862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2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8351"/>
            <a:ext cx="6520220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1235577"/>
            <a:ext cx="319809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1841114"/>
            <a:ext cx="3198096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1235577"/>
            <a:ext cx="3213847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1841114"/>
            <a:ext cx="3213847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1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61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2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725713"/>
            <a:ext cx="3827085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193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336021"/>
            <a:ext cx="2438192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725713"/>
            <a:ext cx="3827085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512094"/>
            <a:ext cx="2438192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0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268350"/>
            <a:ext cx="1630055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68350"/>
            <a:ext cx="4795669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97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68351"/>
            <a:ext cx="6520220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341750"/>
            <a:ext cx="6520220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302DC-9F53-934F-AE4D-0F1F197008C1}" type="datetimeFigureOut">
              <a:rPr lang="en-US" smtClean="0"/>
              <a:t>2/12/24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4671625"/>
            <a:ext cx="255139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4671625"/>
            <a:ext cx="170092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61C99-58D5-4847-BE51-C0F7AA51EA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3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75695" y="-2481252"/>
              <a:ext cx="5046276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/>
              </a:pPr>
              <a:r>
                <a:rPr lang="en-AU" sz="1600" dirty="0"/>
                <a:t/>
              </a:r>
              <a:r>
                <a:rPr lang="en-AU" sz="1600" dirty="0" err="1"/>
                <a:t>#include "splashkit.h"</a:t>
              </a:r>
              <a:r>
                <a:rPr lang="en-AU" sz="1600" dirty="0"/>
                <a:t>;</a:t>
              </a:r>
            </a:p>
            <a:p>
              <a:pPr marL="342900" indent="-342900" rtl="0">
                <a:buFont typeface="+mj-lt"/>
                <a:buAutoNum type="arabicPeriod"/>
              </a:pPr>
              <a:endParaRPr lang="en-AU" sz="1600" dirty="0"/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 err="1"/>
                <a:t>open_window</a:t>
              </a:r>
              <a:r>
                <a:rPr lang="en-AU" sz="1600" dirty="0"/>
                <a:t>("Circle Test", 400, 400);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 err="1"/>
                <a:t>clear_screen</a:t>
              </a:r>
              <a:r>
                <a:rPr lang="en-AU" sz="1600" dirty="0"/>
                <a:t>(</a:t>
              </a:r>
              <a:r>
                <a:rPr lang="en-AU" sz="1600" dirty="0" err="1"/>
                <a:t>color_white</a:t>
              </a:r>
              <a:r>
                <a:rPr lang="en-AU" sz="1600" dirty="0"/>
                <a:t>());</a:t>
              </a:r>
            </a:p>
            <a:p>
              <a:pPr marL="342900" indent="-342900" rtl="0">
                <a:buFont typeface="+mj-lt"/>
                <a:buAutoNum type="arabicPeriod"/>
              </a:pPr>
              <a:endParaRPr lang="en-AU" sz="1600" dirty="0"/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6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/>
              </a:pPr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rtl="0"/>
              <a:r>
                <a:rPr lang="en-AU" sz="1600" dirty="0">
                  <a:solidFill>
                    <a:schemeClr val="bg1">
                      <a:lumMod val="65000"/>
                    </a:schemeClr>
                  </a:solidFill>
                </a:rPr>
                <a:t>            …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DBCA10F-924D-E145-7FF6-9A1953DEE281}"/>
                </a:ext>
              </a:extLst>
            </p:cNvPr>
            <p:cNvGrpSpPr/>
            <p:nvPr/>
          </p:nvGrpSpPr>
          <p:grpSpPr>
            <a:xfrm>
              <a:off x="231271" y="917189"/>
              <a:ext cx="1274409" cy="625877"/>
              <a:chOff x="1357821" y="4757683"/>
              <a:chExt cx="1274409" cy="625877"/>
            </a:xfrm>
          </p:grpSpPr>
          <p:pic>
            <p:nvPicPr>
              <p:cNvPr id="13" name="Picture 12" descr="A black square with white lines&#10;&#10;Description automatically generated">
                <a:extLst>
                  <a:ext uri="{FF2B5EF4-FFF2-40B4-BE49-F238E27FC236}">
                    <a16:creationId xmlns:a16="http://schemas.microsoft.com/office/drawing/2014/main" id="{9975BC6B-61F7-6B1E-178A-EB5A5CF84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950895" y="4757683"/>
                <a:ext cx="681335" cy="625877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1E6B770-730F-7A2F-0BCC-DFD2371C6F55}"/>
                  </a:ext>
                </a:extLst>
              </p:cNvPr>
              <p:cNvSpPr txBox="1"/>
              <p:nvPr/>
            </p:nvSpPr>
            <p:spPr>
              <a:xfrm>
                <a:off x="1357821" y="4843378"/>
                <a:ext cx="5549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CPU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2984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1551153"/>
            <a:ext cx="407468" cy="230733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4594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while (!</a:t>
              </a:r>
              <a:r>
                <a:rPr lang="en-AU" sz="1200" dirty="0" err="1"/>
                <a:t>quit_requested</a:t>
              </a:r>
              <a:r>
                <a:rPr lang="en-AU" sz="1200" dirty="0"/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038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5,6,7,8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772886"/>
            <a:ext cx="407468" cy="3247971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F1B75644-4105-9A77-D641-E5530EA5A9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9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fill_circle</a:t>
              </a:r>
              <a:r>
                <a:rPr lang="en-AU" sz="1200" dirty="0"/>
                <a:t>(</a:t>
              </a:r>
              <a:r>
                <a:rPr lang="en-AU" sz="1200" dirty="0" err="1"/>
                <a:t>random_color</a:t>
              </a:r>
              <a:r>
                <a:rPr lang="en-AU" sz="1200" dirty="0"/>
                <a:t>(), </a:t>
              </a:r>
              <a:r>
                <a:rPr lang="en-AU" sz="1200" dirty="0" err="1"/>
                <a:t>rnd</a:t>
              </a:r>
              <a:r>
                <a:rPr lang="en-AU" sz="1200" dirty="0"/>
                <a:t>(</a:t>
              </a:r>
              <a:r>
                <a:rPr lang="en-AU" sz="1200" dirty="0" err="1"/>
                <a:t>screen_width</a:t>
              </a:r>
              <a:r>
                <a:rPr lang="en-AU" sz="1200" dirty="0"/>
                <a:t>()),</a:t>
              </a:r>
              <a:br>
                <a:rPr lang="en-AU" sz="1200" dirty="0"/>
              </a:br>
              <a:r>
                <a:rPr lang="en-AU" sz="1200" dirty="0"/>
                <a:t>                         </a:t>
              </a:r>
              <a:r>
                <a:rPr lang="en-AU" sz="1200" dirty="0" err="1"/>
                <a:t>rnd</a:t>
              </a:r>
              <a:r>
                <a:rPr lang="en-AU" sz="1200" dirty="0"/>
                <a:t>(</a:t>
              </a:r>
              <a:r>
                <a:rPr lang="en-AU" sz="1200" dirty="0" err="1"/>
                <a:t>screen_height</a:t>
              </a:r>
              <a:r>
                <a:rPr lang="en-AU" sz="1200" dirty="0"/>
                <a:t>()), </a:t>
              </a:r>
              <a:r>
                <a:rPr lang="en-AU" sz="1200" dirty="0" err="1"/>
                <a:t>rnd</a:t>
              </a:r>
              <a:r>
                <a:rPr lang="en-AU" sz="1200" dirty="0"/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refresh_screen</a:t>
              </a:r>
              <a:r>
                <a:rPr lang="en-AU" sz="1200" dirty="0"/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process_events</a:t>
              </a:r>
              <a:r>
                <a:rPr lang="en-AU" sz="1200" dirty="0"/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038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1684927"/>
            <a:ext cx="407468" cy="214056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CF31BAE3-1257-517F-A20A-5332FC801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000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if (</a:t>
              </a:r>
              <a:r>
                <a:rPr lang="en-AU" sz="1200" dirty="0" err="1"/>
                <a:t>key_typed</a:t>
              </a:r>
              <a:r>
                <a:rPr lang="en-AU" sz="1200" dirty="0"/>
                <a:t>(</a:t>
              </a:r>
              <a:r>
                <a:rPr lang="en-AU" sz="1200" dirty="0" err="1"/>
                <a:t>ESCAPE_KEY</a:t>
              </a:r>
              <a:r>
                <a:rPr lang="en-AU" sz="1200" dirty="0"/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38036" y="375300"/>
              <a:ext cx="9832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12,4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2049275"/>
            <a:ext cx="407468" cy="171282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123D4C17-73D4-5AF6-BDC4-7B323B41634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95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while (!</a:t>
              </a:r>
              <a:r>
                <a:rPr lang="en-AU" sz="1200" dirty="0" err="1"/>
                <a:t>quit_requested</a:t>
              </a:r>
              <a:r>
                <a:rPr lang="en-AU" sz="1200" dirty="0"/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0388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5,6,7,8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783771"/>
            <a:ext cx="407468" cy="3237086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36285D4A-CC77-539F-7014-CAF9040C8E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13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fill_circle</a:t>
              </a:r>
              <a:r>
                <a:rPr lang="en-AU" sz="1200" dirty="0"/>
                <a:t>(</a:t>
              </a:r>
              <a:r>
                <a:rPr lang="en-AU" sz="1200" dirty="0" err="1"/>
                <a:t>random_color</a:t>
              </a:r>
              <a:r>
                <a:rPr lang="en-AU" sz="1200" dirty="0"/>
                <a:t>(), </a:t>
              </a:r>
              <a:r>
                <a:rPr lang="en-AU" sz="1200" dirty="0" err="1"/>
                <a:t>rnd</a:t>
              </a:r>
              <a:r>
                <a:rPr lang="en-AU" sz="1200" dirty="0"/>
                <a:t>(</a:t>
              </a:r>
              <a:r>
                <a:rPr lang="en-AU" sz="1200" dirty="0" err="1"/>
                <a:t>screen_width</a:t>
              </a:r>
              <a:r>
                <a:rPr lang="en-AU" sz="1200" dirty="0"/>
                <a:t>()),</a:t>
              </a:r>
              <a:br>
                <a:rPr lang="en-AU" sz="1200" dirty="0"/>
              </a:br>
              <a:r>
                <a:rPr lang="en-AU" sz="1200" dirty="0"/>
                <a:t>                         </a:t>
              </a:r>
              <a:r>
                <a:rPr lang="en-AU" sz="1200" dirty="0" err="1"/>
                <a:t>rnd</a:t>
              </a:r>
              <a:r>
                <a:rPr lang="en-AU" sz="1200" dirty="0"/>
                <a:t>(</a:t>
              </a:r>
              <a:r>
                <a:rPr lang="en-AU" sz="1200" dirty="0" err="1"/>
                <a:t>screen_height</a:t>
              </a:r>
              <a:r>
                <a:rPr lang="en-AU" sz="1200" dirty="0"/>
                <a:t>()), </a:t>
              </a:r>
              <a:r>
                <a:rPr lang="en-AU" sz="1200" dirty="0" err="1"/>
                <a:t>rnd</a:t>
              </a:r>
              <a:r>
                <a:rPr lang="en-AU" sz="1200" dirty="0"/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refresh_screen</a:t>
              </a:r>
              <a:r>
                <a:rPr lang="en-AU" sz="1200" dirty="0"/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</a:t>
              </a:r>
              <a:r>
                <a:rPr lang="en-AU" sz="1200" dirty="0" err="1"/>
                <a:t>process_events</a:t>
              </a:r>
              <a:r>
                <a:rPr lang="en-AU" sz="1200" dirty="0"/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8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92466" y="375300"/>
              <a:ext cx="6038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1684927"/>
            <a:ext cx="407468" cy="214056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12710899-295D-91F2-9CC4-9AFE852C14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430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if (</a:t>
              </a:r>
              <a:r>
                <a:rPr lang="en-AU" sz="1200" dirty="0" err="1"/>
                <a:t>key_typed</a:t>
              </a:r>
              <a:r>
                <a:rPr lang="en-AU" sz="1200" dirty="0"/>
                <a:t>(</a:t>
              </a:r>
              <a:r>
                <a:rPr lang="en-AU" sz="1200" dirty="0" err="1"/>
                <a:t>ESCAPE_KEY</a:t>
              </a:r>
              <a:r>
                <a:rPr lang="en-AU" sz="1200" dirty="0"/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9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38036" y="375300"/>
              <a:ext cx="9832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10,11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2081931"/>
            <a:ext cx="407468" cy="1679146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9FF40F10-23F0-C8BF-F0E3-5D2B5CE657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802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bg1">
                    <a:lumMod val="6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4932440"/>
                <a:ext cx="0" cy="190856"/>
              </a:xfrm>
              <a:prstGeom prst="line">
                <a:avLst/>
              </a:prstGeom>
              <a:ln w="25400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/>
                <a:t>1</a:t>
              </a:r>
              <a:r>
                <a:rPr lang="en-US" dirty="0"/>
                <a:t>1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38036" y="375300"/>
              <a:ext cx="9832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2419389"/>
            <a:ext cx="407468" cy="1275678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C0809252-0B66-748D-8704-E28CC285B5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028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9D1400-153A-0626-FCB1-82473C4A95BC}"/>
              </a:ext>
            </a:extLst>
          </p:cNvPr>
          <p:cNvGrpSpPr/>
          <p:nvPr/>
        </p:nvGrpSpPr>
        <p:grpSpPr>
          <a:xfrm>
            <a:off x="229043" y="213481"/>
            <a:ext cx="7101587" cy="4603690"/>
            <a:chOff x="231271" y="-2890187"/>
            <a:chExt cx="7101587" cy="46036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79D6D41-105C-FB51-AC96-A544404112E8}"/>
                </a:ext>
              </a:extLst>
            </p:cNvPr>
            <p:cNvSpPr txBox="1"/>
            <p:nvPr/>
          </p:nvSpPr>
          <p:spPr>
            <a:xfrm>
              <a:off x="2243036" y="-2470366"/>
              <a:ext cx="5034154" cy="24929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while (!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quit_requested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fill_circle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random_color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screen_width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</a:t>
              </a:r>
              <a:b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         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screen_height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()),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rnd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(50));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refresh_screen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process_events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();</a:t>
              </a:r>
            </a:p>
            <a:p>
              <a:pPr marL="342900" indent="-342900" rtl="0">
                <a:buFont typeface="+mj-lt"/>
                <a:buAutoNum type="arabicPeriod" startAt="4"/>
              </a:pPr>
              <a:endParaRPr lang="en-AU" sz="1200" dirty="0">
                <a:solidFill>
                  <a:schemeClr val="bg1">
                    <a:lumMod val="65000"/>
                  </a:schemeClr>
                </a:solidFill>
              </a:endParaRP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if 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key_typed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(</a:t>
              </a:r>
              <a:r>
                <a:rPr lang="en-AU" sz="1200" dirty="0" err="1">
                  <a:solidFill>
                    <a:schemeClr val="bg1">
                      <a:lumMod val="65000"/>
                    </a:schemeClr>
                  </a:solidFill>
                </a:rPr>
                <a:t>ESCAPE_KEY</a:t>
              </a: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))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{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    break;  // end the loop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      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>
                  <a:solidFill>
                    <a:schemeClr val="bg1">
                      <a:lumMod val="65000"/>
                    </a:schemeClr>
                  </a:solidFill>
                </a:rPr>
                <a:t>}</a:t>
              </a:r>
            </a:p>
            <a:p>
              <a:pPr marL="342900" indent="-342900" rtl="0">
                <a:buFont typeface="+mj-lt"/>
                <a:buAutoNum type="arabicPeriod" startAt="4"/>
              </a:pPr>
              <a:r>
                <a:rPr lang="en-AU" sz="1200" dirty="0"/>
                <a:t>write_line("Bye…")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E6B770-730F-7A2F-0BCC-DFD2371C6F55}"/>
                </a:ext>
              </a:extLst>
            </p:cNvPr>
            <p:cNvSpPr txBox="1"/>
            <p:nvPr/>
          </p:nvSpPr>
          <p:spPr>
            <a:xfrm>
              <a:off x="231271" y="1002884"/>
              <a:ext cx="5549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CPU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896A7BA-08CF-32E6-6836-EBE01A61209D}"/>
                </a:ext>
              </a:extLst>
            </p:cNvPr>
            <p:cNvSpPr txBox="1"/>
            <p:nvPr/>
          </p:nvSpPr>
          <p:spPr>
            <a:xfrm>
              <a:off x="487351" y="-2537265"/>
              <a:ext cx="1119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65000"/>
                    </a:schemeClr>
                  </a:solidFill>
                  <a:latin typeface="Gaegu" pitchFamily="2" charset="0"/>
                </a:rPr>
                <a:t>The Stack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31F76148-6180-4659-D4A7-BBA4F34A68D0}"/>
                </a:ext>
              </a:extLst>
            </p:cNvPr>
            <p:cNvGrpSpPr/>
            <p:nvPr/>
          </p:nvGrpSpPr>
          <p:grpSpPr>
            <a:xfrm>
              <a:off x="239330" y="-2544837"/>
              <a:ext cx="7081019" cy="2633707"/>
              <a:chOff x="239327" y="704652"/>
              <a:chExt cx="7081020" cy="7128375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34E695AC-7393-02EF-35F2-A6C76AC727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8417" y="789175"/>
                <a:ext cx="0" cy="7043852"/>
              </a:xfrm>
              <a:prstGeom prst="line">
                <a:avLst/>
              </a:prstGeom>
              <a:ln w="15875">
                <a:solidFill>
                  <a:schemeClr val="tx1">
                    <a:lumMod val="50000"/>
                    <a:lumOff val="50000"/>
                  </a:schemeClr>
                </a:solidFill>
                <a:prstDash val="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9972E63-2ADF-1620-345A-182BFBAF91AF}"/>
                  </a:ext>
                </a:extLst>
              </p:cNvPr>
              <p:cNvSpPr/>
              <p:nvPr/>
            </p:nvSpPr>
            <p:spPr>
              <a:xfrm>
                <a:off x="239327" y="704652"/>
                <a:ext cx="7081020" cy="7128375"/>
              </a:xfrm>
              <a:custGeom>
                <a:avLst/>
                <a:gdLst>
                  <a:gd name="connsiteX0" fmla="*/ 0 w 7081020"/>
                  <a:gd name="connsiteY0" fmla="*/ 0 h 7128375"/>
                  <a:gd name="connsiteX1" fmla="*/ 572919 w 7081020"/>
                  <a:gd name="connsiteY1" fmla="*/ 0 h 7128375"/>
                  <a:gd name="connsiteX2" fmla="*/ 1004217 w 7081020"/>
                  <a:gd name="connsiteY2" fmla="*/ 0 h 7128375"/>
                  <a:gd name="connsiteX3" fmla="*/ 1789567 w 7081020"/>
                  <a:gd name="connsiteY3" fmla="*/ 0 h 7128375"/>
                  <a:gd name="connsiteX4" fmla="*/ 2362486 w 7081020"/>
                  <a:gd name="connsiteY4" fmla="*/ 0 h 7128375"/>
                  <a:gd name="connsiteX5" fmla="*/ 2935405 w 7081020"/>
                  <a:gd name="connsiteY5" fmla="*/ 0 h 7128375"/>
                  <a:gd name="connsiteX6" fmla="*/ 3720754 w 7081020"/>
                  <a:gd name="connsiteY6" fmla="*/ 0 h 7128375"/>
                  <a:gd name="connsiteX7" fmla="*/ 4222863 w 7081020"/>
                  <a:gd name="connsiteY7" fmla="*/ 0 h 7128375"/>
                  <a:gd name="connsiteX8" fmla="*/ 5008212 w 7081020"/>
                  <a:gd name="connsiteY8" fmla="*/ 0 h 7128375"/>
                  <a:gd name="connsiteX9" fmla="*/ 5793562 w 7081020"/>
                  <a:gd name="connsiteY9" fmla="*/ 0 h 7128375"/>
                  <a:gd name="connsiteX10" fmla="*/ 6437291 w 7081020"/>
                  <a:gd name="connsiteY10" fmla="*/ 0 h 7128375"/>
                  <a:gd name="connsiteX11" fmla="*/ 7081020 w 7081020"/>
                  <a:gd name="connsiteY11" fmla="*/ 0 h 7128375"/>
                  <a:gd name="connsiteX12" fmla="*/ 7081020 w 7081020"/>
                  <a:gd name="connsiteY12" fmla="*/ 576750 h 7128375"/>
                  <a:gd name="connsiteX13" fmla="*/ 7081020 w 7081020"/>
                  <a:gd name="connsiteY13" fmla="*/ 1010933 h 7128375"/>
                  <a:gd name="connsiteX14" fmla="*/ 7081020 w 7081020"/>
                  <a:gd name="connsiteY14" fmla="*/ 1658967 h 7128375"/>
                  <a:gd name="connsiteX15" fmla="*/ 7081020 w 7081020"/>
                  <a:gd name="connsiteY15" fmla="*/ 2307001 h 7128375"/>
                  <a:gd name="connsiteX16" fmla="*/ 7081020 w 7081020"/>
                  <a:gd name="connsiteY16" fmla="*/ 2955035 h 7128375"/>
                  <a:gd name="connsiteX17" fmla="*/ 7081020 w 7081020"/>
                  <a:gd name="connsiteY17" fmla="*/ 3674353 h 7128375"/>
                  <a:gd name="connsiteX18" fmla="*/ 7081020 w 7081020"/>
                  <a:gd name="connsiteY18" fmla="*/ 4393671 h 7128375"/>
                  <a:gd name="connsiteX19" fmla="*/ 7081020 w 7081020"/>
                  <a:gd name="connsiteY19" fmla="*/ 5112989 h 7128375"/>
                  <a:gd name="connsiteX20" fmla="*/ 7081020 w 7081020"/>
                  <a:gd name="connsiteY20" fmla="*/ 5547172 h 7128375"/>
                  <a:gd name="connsiteX21" fmla="*/ 7081020 w 7081020"/>
                  <a:gd name="connsiteY21" fmla="*/ 6052638 h 7128375"/>
                  <a:gd name="connsiteX22" fmla="*/ 7081020 w 7081020"/>
                  <a:gd name="connsiteY22" fmla="*/ 7128375 h 7128375"/>
                  <a:gd name="connsiteX23" fmla="*/ 6508101 w 7081020"/>
                  <a:gd name="connsiteY23" fmla="*/ 7128375 h 7128375"/>
                  <a:gd name="connsiteX24" fmla="*/ 5864372 w 7081020"/>
                  <a:gd name="connsiteY24" fmla="*/ 7128375 h 7128375"/>
                  <a:gd name="connsiteX25" fmla="*/ 5433074 w 7081020"/>
                  <a:gd name="connsiteY25" fmla="*/ 7128375 h 7128375"/>
                  <a:gd name="connsiteX26" fmla="*/ 5001775 w 7081020"/>
                  <a:gd name="connsiteY26" fmla="*/ 7128375 h 7128375"/>
                  <a:gd name="connsiteX27" fmla="*/ 4358046 w 7081020"/>
                  <a:gd name="connsiteY27" fmla="*/ 7128375 h 7128375"/>
                  <a:gd name="connsiteX28" fmla="*/ 3855937 w 7081020"/>
                  <a:gd name="connsiteY28" fmla="*/ 7128375 h 7128375"/>
                  <a:gd name="connsiteX29" fmla="*/ 3141398 w 7081020"/>
                  <a:gd name="connsiteY29" fmla="*/ 7128375 h 7128375"/>
                  <a:gd name="connsiteX30" fmla="*/ 2639289 w 7081020"/>
                  <a:gd name="connsiteY30" fmla="*/ 7128375 h 7128375"/>
                  <a:gd name="connsiteX31" fmla="*/ 1924750 w 7081020"/>
                  <a:gd name="connsiteY31" fmla="*/ 7128375 h 7128375"/>
                  <a:gd name="connsiteX32" fmla="*/ 1493451 w 7081020"/>
                  <a:gd name="connsiteY32" fmla="*/ 7128375 h 7128375"/>
                  <a:gd name="connsiteX33" fmla="*/ 778912 w 7081020"/>
                  <a:gd name="connsiteY33" fmla="*/ 7128375 h 7128375"/>
                  <a:gd name="connsiteX34" fmla="*/ 0 w 7081020"/>
                  <a:gd name="connsiteY34" fmla="*/ 7128375 h 7128375"/>
                  <a:gd name="connsiteX35" fmla="*/ 0 w 7081020"/>
                  <a:gd name="connsiteY35" fmla="*/ 6694192 h 7128375"/>
                  <a:gd name="connsiteX36" fmla="*/ 0 w 7081020"/>
                  <a:gd name="connsiteY36" fmla="*/ 6117442 h 7128375"/>
                  <a:gd name="connsiteX37" fmla="*/ 0 w 7081020"/>
                  <a:gd name="connsiteY37" fmla="*/ 5326840 h 7128375"/>
                  <a:gd name="connsiteX38" fmla="*/ 0 w 7081020"/>
                  <a:gd name="connsiteY38" fmla="*/ 4821374 h 7128375"/>
                  <a:gd name="connsiteX39" fmla="*/ 0 w 7081020"/>
                  <a:gd name="connsiteY39" fmla="*/ 4387191 h 7128375"/>
                  <a:gd name="connsiteX40" fmla="*/ 0 w 7081020"/>
                  <a:gd name="connsiteY40" fmla="*/ 3953008 h 7128375"/>
                  <a:gd name="connsiteX41" fmla="*/ 0 w 7081020"/>
                  <a:gd name="connsiteY41" fmla="*/ 3233690 h 7128375"/>
                  <a:gd name="connsiteX42" fmla="*/ 0 w 7081020"/>
                  <a:gd name="connsiteY42" fmla="*/ 2799507 h 7128375"/>
                  <a:gd name="connsiteX43" fmla="*/ 0 w 7081020"/>
                  <a:gd name="connsiteY43" fmla="*/ 2151473 h 7128375"/>
                  <a:gd name="connsiteX44" fmla="*/ 0 w 7081020"/>
                  <a:gd name="connsiteY44" fmla="*/ 1646007 h 7128375"/>
                  <a:gd name="connsiteX45" fmla="*/ 0 w 7081020"/>
                  <a:gd name="connsiteY45" fmla="*/ 997972 h 7128375"/>
                  <a:gd name="connsiteX46" fmla="*/ 0 w 7081020"/>
                  <a:gd name="connsiteY46" fmla="*/ 0 h 712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7081020" h="7128375" extrusionOk="0">
                    <a:moveTo>
                      <a:pt x="0" y="0"/>
                    </a:moveTo>
                    <a:cubicBezTo>
                      <a:pt x="210263" y="22018"/>
                      <a:pt x="413341" y="21500"/>
                      <a:pt x="572919" y="0"/>
                    </a:cubicBezTo>
                    <a:cubicBezTo>
                      <a:pt x="732497" y="-21500"/>
                      <a:pt x="792396" y="690"/>
                      <a:pt x="1004217" y="0"/>
                    </a:cubicBezTo>
                    <a:cubicBezTo>
                      <a:pt x="1216038" y="-690"/>
                      <a:pt x="1615716" y="10174"/>
                      <a:pt x="1789567" y="0"/>
                    </a:cubicBezTo>
                    <a:cubicBezTo>
                      <a:pt x="1963418" y="-10174"/>
                      <a:pt x="2244829" y="4874"/>
                      <a:pt x="2362486" y="0"/>
                    </a:cubicBezTo>
                    <a:cubicBezTo>
                      <a:pt x="2480143" y="-4874"/>
                      <a:pt x="2735114" y="-20363"/>
                      <a:pt x="2935405" y="0"/>
                    </a:cubicBezTo>
                    <a:cubicBezTo>
                      <a:pt x="3135696" y="20363"/>
                      <a:pt x="3436871" y="-29544"/>
                      <a:pt x="3720754" y="0"/>
                    </a:cubicBezTo>
                    <a:cubicBezTo>
                      <a:pt x="4004637" y="29544"/>
                      <a:pt x="4028634" y="1501"/>
                      <a:pt x="4222863" y="0"/>
                    </a:cubicBezTo>
                    <a:cubicBezTo>
                      <a:pt x="4417092" y="-1501"/>
                      <a:pt x="4654536" y="13421"/>
                      <a:pt x="5008212" y="0"/>
                    </a:cubicBezTo>
                    <a:cubicBezTo>
                      <a:pt x="5361888" y="-13421"/>
                      <a:pt x="5558134" y="-3460"/>
                      <a:pt x="5793562" y="0"/>
                    </a:cubicBezTo>
                    <a:cubicBezTo>
                      <a:pt x="6028990" y="3460"/>
                      <a:pt x="6283140" y="-18066"/>
                      <a:pt x="6437291" y="0"/>
                    </a:cubicBezTo>
                    <a:cubicBezTo>
                      <a:pt x="6591442" y="18066"/>
                      <a:pt x="6828068" y="20319"/>
                      <a:pt x="7081020" y="0"/>
                    </a:cubicBezTo>
                    <a:cubicBezTo>
                      <a:pt x="7086679" y="197309"/>
                      <a:pt x="7052409" y="340961"/>
                      <a:pt x="7081020" y="576750"/>
                    </a:cubicBezTo>
                    <a:cubicBezTo>
                      <a:pt x="7109632" y="812539"/>
                      <a:pt x="7078751" y="855081"/>
                      <a:pt x="7081020" y="1010933"/>
                    </a:cubicBezTo>
                    <a:cubicBezTo>
                      <a:pt x="7083289" y="1166785"/>
                      <a:pt x="7071237" y="1407724"/>
                      <a:pt x="7081020" y="1658967"/>
                    </a:cubicBezTo>
                    <a:cubicBezTo>
                      <a:pt x="7090803" y="1910210"/>
                      <a:pt x="7062603" y="2032907"/>
                      <a:pt x="7081020" y="2307001"/>
                    </a:cubicBezTo>
                    <a:cubicBezTo>
                      <a:pt x="7099437" y="2581095"/>
                      <a:pt x="7090470" y="2745162"/>
                      <a:pt x="7081020" y="2955035"/>
                    </a:cubicBezTo>
                    <a:cubicBezTo>
                      <a:pt x="7071570" y="3164908"/>
                      <a:pt x="7066660" y="3460273"/>
                      <a:pt x="7081020" y="3674353"/>
                    </a:cubicBezTo>
                    <a:cubicBezTo>
                      <a:pt x="7095380" y="3888433"/>
                      <a:pt x="7101845" y="4088684"/>
                      <a:pt x="7081020" y="4393671"/>
                    </a:cubicBezTo>
                    <a:cubicBezTo>
                      <a:pt x="7060195" y="4698658"/>
                      <a:pt x="7045749" y="4754912"/>
                      <a:pt x="7081020" y="5112989"/>
                    </a:cubicBezTo>
                    <a:cubicBezTo>
                      <a:pt x="7116291" y="5471066"/>
                      <a:pt x="7081173" y="5404600"/>
                      <a:pt x="7081020" y="5547172"/>
                    </a:cubicBezTo>
                    <a:cubicBezTo>
                      <a:pt x="7080867" y="5689744"/>
                      <a:pt x="7067424" y="5891982"/>
                      <a:pt x="7081020" y="6052638"/>
                    </a:cubicBezTo>
                    <a:cubicBezTo>
                      <a:pt x="7094616" y="6213294"/>
                      <a:pt x="7107647" y="6614038"/>
                      <a:pt x="7081020" y="7128375"/>
                    </a:cubicBezTo>
                    <a:cubicBezTo>
                      <a:pt x="6954770" y="7122103"/>
                      <a:pt x="6779392" y="7110310"/>
                      <a:pt x="6508101" y="7128375"/>
                    </a:cubicBezTo>
                    <a:cubicBezTo>
                      <a:pt x="6236810" y="7146440"/>
                      <a:pt x="6026138" y="7145017"/>
                      <a:pt x="5864372" y="7128375"/>
                    </a:cubicBezTo>
                    <a:cubicBezTo>
                      <a:pt x="5702606" y="7111733"/>
                      <a:pt x="5551602" y="7148973"/>
                      <a:pt x="5433074" y="7128375"/>
                    </a:cubicBezTo>
                    <a:cubicBezTo>
                      <a:pt x="5314546" y="7107777"/>
                      <a:pt x="5146991" y="7129476"/>
                      <a:pt x="5001775" y="7128375"/>
                    </a:cubicBezTo>
                    <a:cubicBezTo>
                      <a:pt x="4856559" y="7127274"/>
                      <a:pt x="4630755" y="7126059"/>
                      <a:pt x="4358046" y="7128375"/>
                    </a:cubicBezTo>
                    <a:cubicBezTo>
                      <a:pt x="4085337" y="7130691"/>
                      <a:pt x="3967138" y="7142143"/>
                      <a:pt x="3855937" y="7128375"/>
                    </a:cubicBezTo>
                    <a:cubicBezTo>
                      <a:pt x="3744736" y="7114607"/>
                      <a:pt x="3452305" y="7132533"/>
                      <a:pt x="3141398" y="7128375"/>
                    </a:cubicBezTo>
                    <a:cubicBezTo>
                      <a:pt x="2830491" y="7124217"/>
                      <a:pt x="2779193" y="7123189"/>
                      <a:pt x="2639289" y="7128375"/>
                    </a:cubicBezTo>
                    <a:cubicBezTo>
                      <a:pt x="2499385" y="7133561"/>
                      <a:pt x="2173760" y="7093547"/>
                      <a:pt x="1924750" y="7128375"/>
                    </a:cubicBezTo>
                    <a:cubicBezTo>
                      <a:pt x="1675740" y="7163203"/>
                      <a:pt x="1667255" y="7133285"/>
                      <a:pt x="1493451" y="7128375"/>
                    </a:cubicBezTo>
                    <a:cubicBezTo>
                      <a:pt x="1319647" y="7123465"/>
                      <a:pt x="928836" y="7162812"/>
                      <a:pt x="778912" y="7128375"/>
                    </a:cubicBezTo>
                    <a:cubicBezTo>
                      <a:pt x="628988" y="7093938"/>
                      <a:pt x="182251" y="7126729"/>
                      <a:pt x="0" y="7128375"/>
                    </a:cubicBezTo>
                    <a:cubicBezTo>
                      <a:pt x="17581" y="6957036"/>
                      <a:pt x="19306" y="6836112"/>
                      <a:pt x="0" y="6694192"/>
                    </a:cubicBezTo>
                    <a:cubicBezTo>
                      <a:pt x="-19306" y="6552272"/>
                      <a:pt x="-27487" y="6330951"/>
                      <a:pt x="0" y="6117442"/>
                    </a:cubicBezTo>
                    <a:cubicBezTo>
                      <a:pt x="27487" y="5903933"/>
                      <a:pt x="34445" y="5603571"/>
                      <a:pt x="0" y="5326840"/>
                    </a:cubicBezTo>
                    <a:cubicBezTo>
                      <a:pt x="-34445" y="5050109"/>
                      <a:pt x="22424" y="5011072"/>
                      <a:pt x="0" y="4821374"/>
                    </a:cubicBezTo>
                    <a:cubicBezTo>
                      <a:pt x="-22424" y="4631676"/>
                      <a:pt x="-9224" y="4579426"/>
                      <a:pt x="0" y="4387191"/>
                    </a:cubicBezTo>
                    <a:cubicBezTo>
                      <a:pt x="9224" y="4194956"/>
                      <a:pt x="12046" y="4059739"/>
                      <a:pt x="0" y="3953008"/>
                    </a:cubicBezTo>
                    <a:cubicBezTo>
                      <a:pt x="-12046" y="3846277"/>
                      <a:pt x="-2171" y="3399792"/>
                      <a:pt x="0" y="3233690"/>
                    </a:cubicBezTo>
                    <a:cubicBezTo>
                      <a:pt x="2171" y="3067588"/>
                      <a:pt x="-5609" y="2974591"/>
                      <a:pt x="0" y="2799507"/>
                    </a:cubicBezTo>
                    <a:cubicBezTo>
                      <a:pt x="5609" y="2624423"/>
                      <a:pt x="-28770" y="2289599"/>
                      <a:pt x="0" y="2151473"/>
                    </a:cubicBezTo>
                    <a:cubicBezTo>
                      <a:pt x="28770" y="2013347"/>
                      <a:pt x="-2451" y="1763400"/>
                      <a:pt x="0" y="1646007"/>
                    </a:cubicBezTo>
                    <a:cubicBezTo>
                      <a:pt x="2451" y="1528614"/>
                      <a:pt x="-5029" y="1223026"/>
                      <a:pt x="0" y="997972"/>
                    </a:cubicBezTo>
                    <a:cubicBezTo>
                      <a:pt x="5029" y="772919"/>
                      <a:pt x="-35205" y="296777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/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7041239-5E19-1885-DBBA-360623883237}"/>
                </a:ext>
              </a:extLst>
            </p:cNvPr>
            <p:cNvGrpSpPr/>
            <p:nvPr/>
          </p:nvGrpSpPr>
          <p:grpSpPr>
            <a:xfrm>
              <a:off x="3336640" y="180531"/>
              <a:ext cx="3996218" cy="1532972"/>
              <a:chOff x="4993885" y="4429523"/>
              <a:chExt cx="6705679" cy="187641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87659A1-007A-5A1A-3C43-D31914FA600E}"/>
                  </a:ext>
                </a:extLst>
              </p:cNvPr>
              <p:cNvSpPr/>
              <p:nvPr/>
            </p:nvSpPr>
            <p:spPr>
              <a:xfrm>
                <a:off x="4993886" y="4490436"/>
                <a:ext cx="6685443" cy="1815499"/>
              </a:xfrm>
              <a:custGeom>
                <a:avLst/>
                <a:gdLst>
                  <a:gd name="connsiteX0" fmla="*/ 0 w 6685443"/>
                  <a:gd name="connsiteY0" fmla="*/ 0 h 1815499"/>
                  <a:gd name="connsiteX1" fmla="*/ 601690 w 6685443"/>
                  <a:gd name="connsiteY1" fmla="*/ 0 h 1815499"/>
                  <a:gd name="connsiteX2" fmla="*/ 1069671 w 6685443"/>
                  <a:gd name="connsiteY2" fmla="*/ 0 h 1815499"/>
                  <a:gd name="connsiteX3" fmla="*/ 1871924 w 6685443"/>
                  <a:gd name="connsiteY3" fmla="*/ 0 h 1815499"/>
                  <a:gd name="connsiteX4" fmla="*/ 2473614 w 6685443"/>
                  <a:gd name="connsiteY4" fmla="*/ 0 h 1815499"/>
                  <a:gd name="connsiteX5" fmla="*/ 3075304 w 6685443"/>
                  <a:gd name="connsiteY5" fmla="*/ 0 h 1815499"/>
                  <a:gd name="connsiteX6" fmla="*/ 3877557 w 6685443"/>
                  <a:gd name="connsiteY6" fmla="*/ 0 h 1815499"/>
                  <a:gd name="connsiteX7" fmla="*/ 4412392 w 6685443"/>
                  <a:gd name="connsiteY7" fmla="*/ 0 h 1815499"/>
                  <a:gd name="connsiteX8" fmla="*/ 5214646 w 6685443"/>
                  <a:gd name="connsiteY8" fmla="*/ 0 h 1815499"/>
                  <a:gd name="connsiteX9" fmla="*/ 6016899 w 6685443"/>
                  <a:gd name="connsiteY9" fmla="*/ 0 h 1815499"/>
                  <a:gd name="connsiteX10" fmla="*/ 6685443 w 6685443"/>
                  <a:gd name="connsiteY10" fmla="*/ 0 h 1815499"/>
                  <a:gd name="connsiteX11" fmla="*/ 6685443 w 6685443"/>
                  <a:gd name="connsiteY11" fmla="*/ 641476 h 1815499"/>
                  <a:gd name="connsiteX12" fmla="*/ 6685443 w 6685443"/>
                  <a:gd name="connsiteY12" fmla="*/ 1264798 h 1815499"/>
                  <a:gd name="connsiteX13" fmla="*/ 6685443 w 6685443"/>
                  <a:gd name="connsiteY13" fmla="*/ 1815499 h 1815499"/>
                  <a:gd name="connsiteX14" fmla="*/ 6016899 w 6685443"/>
                  <a:gd name="connsiteY14" fmla="*/ 1815499 h 1815499"/>
                  <a:gd name="connsiteX15" fmla="*/ 5482063 w 6685443"/>
                  <a:gd name="connsiteY15" fmla="*/ 1815499 h 1815499"/>
                  <a:gd name="connsiteX16" fmla="*/ 4813519 w 6685443"/>
                  <a:gd name="connsiteY16" fmla="*/ 1815499 h 1815499"/>
                  <a:gd name="connsiteX17" fmla="*/ 4011266 w 6685443"/>
                  <a:gd name="connsiteY17" fmla="*/ 1815499 h 1815499"/>
                  <a:gd name="connsiteX18" fmla="*/ 3342722 w 6685443"/>
                  <a:gd name="connsiteY18" fmla="*/ 1815499 h 1815499"/>
                  <a:gd name="connsiteX19" fmla="*/ 2874740 w 6685443"/>
                  <a:gd name="connsiteY19" fmla="*/ 1815499 h 1815499"/>
                  <a:gd name="connsiteX20" fmla="*/ 2339905 w 6685443"/>
                  <a:gd name="connsiteY20" fmla="*/ 1815499 h 1815499"/>
                  <a:gd name="connsiteX21" fmla="*/ 1537652 w 6685443"/>
                  <a:gd name="connsiteY21" fmla="*/ 1815499 h 1815499"/>
                  <a:gd name="connsiteX22" fmla="*/ 869108 w 6685443"/>
                  <a:gd name="connsiteY22" fmla="*/ 1815499 h 1815499"/>
                  <a:gd name="connsiteX23" fmla="*/ 0 w 6685443"/>
                  <a:gd name="connsiteY23" fmla="*/ 1815499 h 1815499"/>
                  <a:gd name="connsiteX24" fmla="*/ 0 w 6685443"/>
                  <a:gd name="connsiteY24" fmla="*/ 1210333 h 1815499"/>
                  <a:gd name="connsiteX25" fmla="*/ 0 w 6685443"/>
                  <a:gd name="connsiteY25" fmla="*/ 659631 h 1815499"/>
                  <a:gd name="connsiteX26" fmla="*/ 0 w 6685443"/>
                  <a:gd name="connsiteY26" fmla="*/ 0 h 1815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685443" h="1815499" extrusionOk="0">
                    <a:moveTo>
                      <a:pt x="0" y="0"/>
                    </a:moveTo>
                    <a:cubicBezTo>
                      <a:pt x="197687" y="5421"/>
                      <a:pt x="392637" y="-27165"/>
                      <a:pt x="601690" y="0"/>
                    </a:cubicBezTo>
                    <a:cubicBezTo>
                      <a:pt x="810743" y="27165"/>
                      <a:pt x="967174" y="20034"/>
                      <a:pt x="1069671" y="0"/>
                    </a:cubicBezTo>
                    <a:cubicBezTo>
                      <a:pt x="1172168" y="-20034"/>
                      <a:pt x="1481114" y="26288"/>
                      <a:pt x="1871924" y="0"/>
                    </a:cubicBezTo>
                    <a:cubicBezTo>
                      <a:pt x="2262734" y="-26288"/>
                      <a:pt x="2275646" y="9816"/>
                      <a:pt x="2473614" y="0"/>
                    </a:cubicBezTo>
                    <a:cubicBezTo>
                      <a:pt x="2671582" y="-9816"/>
                      <a:pt x="2837715" y="-16866"/>
                      <a:pt x="3075304" y="0"/>
                    </a:cubicBezTo>
                    <a:cubicBezTo>
                      <a:pt x="3312893" y="16866"/>
                      <a:pt x="3565082" y="13656"/>
                      <a:pt x="3877557" y="0"/>
                    </a:cubicBezTo>
                    <a:cubicBezTo>
                      <a:pt x="4190032" y="-13656"/>
                      <a:pt x="4275680" y="23045"/>
                      <a:pt x="4412392" y="0"/>
                    </a:cubicBezTo>
                    <a:cubicBezTo>
                      <a:pt x="4549105" y="-23045"/>
                      <a:pt x="4974381" y="13533"/>
                      <a:pt x="5214646" y="0"/>
                    </a:cubicBezTo>
                    <a:cubicBezTo>
                      <a:pt x="5454911" y="-13533"/>
                      <a:pt x="5621382" y="6072"/>
                      <a:pt x="6016899" y="0"/>
                    </a:cubicBezTo>
                    <a:cubicBezTo>
                      <a:pt x="6412416" y="-6072"/>
                      <a:pt x="6368099" y="-22480"/>
                      <a:pt x="6685443" y="0"/>
                    </a:cubicBezTo>
                    <a:cubicBezTo>
                      <a:pt x="6675060" y="141143"/>
                      <a:pt x="6688790" y="422707"/>
                      <a:pt x="6685443" y="641476"/>
                    </a:cubicBezTo>
                    <a:cubicBezTo>
                      <a:pt x="6682096" y="860245"/>
                      <a:pt x="6676921" y="1110529"/>
                      <a:pt x="6685443" y="1264798"/>
                    </a:cubicBezTo>
                    <a:cubicBezTo>
                      <a:pt x="6693965" y="1419067"/>
                      <a:pt x="6712438" y="1626237"/>
                      <a:pt x="6685443" y="1815499"/>
                    </a:cubicBezTo>
                    <a:cubicBezTo>
                      <a:pt x="6531485" y="1826631"/>
                      <a:pt x="6258288" y="1826162"/>
                      <a:pt x="6016899" y="1815499"/>
                    </a:cubicBezTo>
                    <a:cubicBezTo>
                      <a:pt x="5775510" y="1804836"/>
                      <a:pt x="5635687" y="1808580"/>
                      <a:pt x="5482063" y="1815499"/>
                    </a:cubicBezTo>
                    <a:cubicBezTo>
                      <a:pt x="5328439" y="1822418"/>
                      <a:pt x="4969533" y="1798322"/>
                      <a:pt x="4813519" y="1815499"/>
                    </a:cubicBezTo>
                    <a:cubicBezTo>
                      <a:pt x="4657505" y="1832676"/>
                      <a:pt x="4277484" y="1797792"/>
                      <a:pt x="4011266" y="1815499"/>
                    </a:cubicBezTo>
                    <a:cubicBezTo>
                      <a:pt x="3745048" y="1833206"/>
                      <a:pt x="3503887" y="1798854"/>
                      <a:pt x="3342722" y="1815499"/>
                    </a:cubicBezTo>
                    <a:cubicBezTo>
                      <a:pt x="3181557" y="1832144"/>
                      <a:pt x="3094655" y="1808958"/>
                      <a:pt x="2874740" y="1815499"/>
                    </a:cubicBezTo>
                    <a:cubicBezTo>
                      <a:pt x="2654825" y="1822040"/>
                      <a:pt x="2552356" y="1810430"/>
                      <a:pt x="2339905" y="1815499"/>
                    </a:cubicBezTo>
                    <a:cubicBezTo>
                      <a:pt x="2127454" y="1820568"/>
                      <a:pt x="1825409" y="1807327"/>
                      <a:pt x="1537652" y="1815499"/>
                    </a:cubicBezTo>
                    <a:cubicBezTo>
                      <a:pt x="1249895" y="1823671"/>
                      <a:pt x="1086879" y="1834794"/>
                      <a:pt x="869108" y="1815499"/>
                    </a:cubicBezTo>
                    <a:cubicBezTo>
                      <a:pt x="651337" y="1796204"/>
                      <a:pt x="264417" y="1828267"/>
                      <a:pt x="0" y="1815499"/>
                    </a:cubicBezTo>
                    <a:cubicBezTo>
                      <a:pt x="8313" y="1520428"/>
                      <a:pt x="-1936" y="1449694"/>
                      <a:pt x="0" y="1210333"/>
                    </a:cubicBezTo>
                    <a:cubicBezTo>
                      <a:pt x="1936" y="970972"/>
                      <a:pt x="16209" y="905402"/>
                      <a:pt x="0" y="659631"/>
                    </a:cubicBezTo>
                    <a:cubicBezTo>
                      <a:pt x="-16209" y="413860"/>
                      <a:pt x="-15680" y="30923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>
                    <a:lumMod val="95000"/>
                    <a:lumOff val="5000"/>
                  </a:scheme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29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66AC27D-B429-2C64-1CB1-4E16FBF1C2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93885" y="4799489"/>
                <a:ext cx="6705679" cy="1768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3B4A587-7240-6AD2-F254-3221EEE6D709}"/>
                  </a:ext>
                </a:extLst>
              </p:cNvPr>
              <p:cNvSpPr txBox="1"/>
              <p:nvPr/>
            </p:nvSpPr>
            <p:spPr>
              <a:xfrm>
                <a:off x="5830910" y="4429523"/>
                <a:ext cx="1689764" cy="452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aegu" pitchFamily="2" charset="0"/>
                  </a:rPr>
                  <a:t>Terminal</a:t>
                </a:r>
              </a:p>
            </p:txBody>
          </p: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66A45FBB-357A-5752-2DFB-F3411E54BC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27292" y="5318851"/>
                <a:ext cx="0" cy="19085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85C1771-9148-68B9-A280-04E3AC16818D}"/>
                </a:ext>
              </a:extLst>
            </p:cNvPr>
            <p:cNvSpPr/>
            <p:nvPr/>
          </p:nvSpPr>
          <p:spPr>
            <a:xfrm>
              <a:off x="1949880" y="721827"/>
              <a:ext cx="286544" cy="354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99B1D7-71EB-E496-288D-D8E0582D3C14}"/>
                </a:ext>
              </a:extLst>
            </p:cNvPr>
            <p:cNvGrpSpPr/>
            <p:nvPr/>
          </p:nvGrpSpPr>
          <p:grpSpPr>
            <a:xfrm>
              <a:off x="540489" y="274648"/>
              <a:ext cx="1721392" cy="523220"/>
              <a:chOff x="-130005" y="3475016"/>
              <a:chExt cx="1721392" cy="52322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26C3E5-5F49-EEF2-7A70-013C462FCF7D}"/>
                  </a:ext>
                </a:extLst>
              </p:cNvPr>
              <p:cNvSpPr txBox="1"/>
              <p:nvPr/>
            </p:nvSpPr>
            <p:spPr>
              <a:xfrm>
                <a:off x="-130005" y="3475016"/>
                <a:ext cx="788999" cy="523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Program</a:t>
                </a:r>
              </a:p>
              <a:p>
                <a:r>
                  <a:rPr lang="en-US" sz="1400" dirty="0"/>
                  <a:t>Counter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B0EE411-0245-D51A-35B4-5FF329DF6E34}"/>
                  </a:ext>
                </a:extLst>
              </p:cNvPr>
              <p:cNvSpPr/>
              <p:nvPr/>
            </p:nvSpPr>
            <p:spPr>
              <a:xfrm>
                <a:off x="737093" y="3620838"/>
                <a:ext cx="854294" cy="307777"/>
              </a:xfrm>
              <a:custGeom>
                <a:avLst/>
                <a:gdLst>
                  <a:gd name="connsiteX0" fmla="*/ 0 w 854294"/>
                  <a:gd name="connsiteY0" fmla="*/ 0 h 307777"/>
                  <a:gd name="connsiteX1" fmla="*/ 418604 w 854294"/>
                  <a:gd name="connsiteY1" fmla="*/ 0 h 307777"/>
                  <a:gd name="connsiteX2" fmla="*/ 854294 w 854294"/>
                  <a:gd name="connsiteY2" fmla="*/ 0 h 307777"/>
                  <a:gd name="connsiteX3" fmla="*/ 854294 w 854294"/>
                  <a:gd name="connsiteY3" fmla="*/ 307777 h 307777"/>
                  <a:gd name="connsiteX4" fmla="*/ 427147 w 854294"/>
                  <a:gd name="connsiteY4" fmla="*/ 307777 h 307777"/>
                  <a:gd name="connsiteX5" fmla="*/ 0 w 854294"/>
                  <a:gd name="connsiteY5" fmla="*/ 307777 h 307777"/>
                  <a:gd name="connsiteX6" fmla="*/ 0 w 854294"/>
                  <a:gd name="connsiteY6" fmla="*/ 0 h 307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54294" h="307777" extrusionOk="0">
                    <a:moveTo>
                      <a:pt x="0" y="0"/>
                    </a:moveTo>
                    <a:cubicBezTo>
                      <a:pt x="173209" y="4046"/>
                      <a:pt x="303085" y="10214"/>
                      <a:pt x="418604" y="0"/>
                    </a:cubicBezTo>
                    <a:cubicBezTo>
                      <a:pt x="534123" y="-10214"/>
                      <a:pt x="722488" y="-9036"/>
                      <a:pt x="854294" y="0"/>
                    </a:cubicBezTo>
                    <a:cubicBezTo>
                      <a:pt x="843460" y="62246"/>
                      <a:pt x="843276" y="219189"/>
                      <a:pt x="854294" y="307777"/>
                    </a:cubicBezTo>
                    <a:cubicBezTo>
                      <a:pt x="762963" y="302806"/>
                      <a:pt x="592541" y="323160"/>
                      <a:pt x="427147" y="307777"/>
                    </a:cubicBezTo>
                    <a:cubicBezTo>
                      <a:pt x="261753" y="292394"/>
                      <a:pt x="133192" y="320592"/>
                      <a:pt x="0" y="307777"/>
                    </a:cubicBezTo>
                    <a:cubicBezTo>
                      <a:pt x="9866" y="171271"/>
                      <a:pt x="-8953" y="65853"/>
                      <a:pt x="0" y="0"/>
                    </a:cubicBez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56C8B2-FAA4-4876-FCF6-6BCE539AF519}"/>
                </a:ext>
              </a:extLst>
            </p:cNvPr>
            <p:cNvSpPr txBox="1"/>
            <p:nvPr/>
          </p:nvSpPr>
          <p:spPr>
            <a:xfrm>
              <a:off x="1387767" y="385491"/>
              <a:ext cx="8542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14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064B66-0AE2-BB50-3D9F-9AC965129215}"/>
                </a:ext>
              </a:extLst>
            </p:cNvPr>
            <p:cNvSpPr/>
            <p:nvPr/>
          </p:nvSpPr>
          <p:spPr>
            <a:xfrm>
              <a:off x="243333" y="251717"/>
              <a:ext cx="3005859" cy="1461786"/>
            </a:xfrm>
            <a:custGeom>
              <a:avLst/>
              <a:gdLst>
                <a:gd name="connsiteX0" fmla="*/ 0 w 3005859"/>
                <a:gd name="connsiteY0" fmla="*/ 0 h 1461786"/>
                <a:gd name="connsiteX1" fmla="*/ 571113 w 3005859"/>
                <a:gd name="connsiteY1" fmla="*/ 0 h 1461786"/>
                <a:gd name="connsiteX2" fmla="*/ 1082109 w 3005859"/>
                <a:gd name="connsiteY2" fmla="*/ 0 h 1461786"/>
                <a:gd name="connsiteX3" fmla="*/ 1743398 w 3005859"/>
                <a:gd name="connsiteY3" fmla="*/ 0 h 1461786"/>
                <a:gd name="connsiteX4" fmla="*/ 2314511 w 3005859"/>
                <a:gd name="connsiteY4" fmla="*/ 0 h 1461786"/>
                <a:gd name="connsiteX5" fmla="*/ 3005859 w 3005859"/>
                <a:gd name="connsiteY5" fmla="*/ 0 h 1461786"/>
                <a:gd name="connsiteX6" fmla="*/ 3005859 w 3005859"/>
                <a:gd name="connsiteY6" fmla="*/ 516498 h 1461786"/>
                <a:gd name="connsiteX7" fmla="*/ 3005859 w 3005859"/>
                <a:gd name="connsiteY7" fmla="*/ 1003760 h 1461786"/>
                <a:gd name="connsiteX8" fmla="*/ 3005859 w 3005859"/>
                <a:gd name="connsiteY8" fmla="*/ 1461786 h 1461786"/>
                <a:gd name="connsiteX9" fmla="*/ 2464804 w 3005859"/>
                <a:gd name="connsiteY9" fmla="*/ 1461786 h 1461786"/>
                <a:gd name="connsiteX10" fmla="*/ 1863633 w 3005859"/>
                <a:gd name="connsiteY10" fmla="*/ 1461786 h 1461786"/>
                <a:gd name="connsiteX11" fmla="*/ 1262461 w 3005859"/>
                <a:gd name="connsiteY11" fmla="*/ 1461786 h 1461786"/>
                <a:gd name="connsiteX12" fmla="*/ 691348 w 3005859"/>
                <a:gd name="connsiteY12" fmla="*/ 1461786 h 1461786"/>
                <a:gd name="connsiteX13" fmla="*/ 0 w 3005859"/>
                <a:gd name="connsiteY13" fmla="*/ 1461786 h 1461786"/>
                <a:gd name="connsiteX14" fmla="*/ 0 w 3005859"/>
                <a:gd name="connsiteY14" fmla="*/ 945288 h 1461786"/>
                <a:gd name="connsiteX15" fmla="*/ 0 w 3005859"/>
                <a:gd name="connsiteY15" fmla="*/ 428791 h 1461786"/>
                <a:gd name="connsiteX16" fmla="*/ 0 w 3005859"/>
                <a:gd name="connsiteY16" fmla="*/ 0 h 146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5859" h="1461786" extrusionOk="0">
                  <a:moveTo>
                    <a:pt x="0" y="0"/>
                  </a:moveTo>
                  <a:cubicBezTo>
                    <a:pt x="202126" y="629"/>
                    <a:pt x="373438" y="-24313"/>
                    <a:pt x="571113" y="0"/>
                  </a:cubicBezTo>
                  <a:cubicBezTo>
                    <a:pt x="768788" y="24313"/>
                    <a:pt x="943630" y="5247"/>
                    <a:pt x="1082109" y="0"/>
                  </a:cubicBezTo>
                  <a:cubicBezTo>
                    <a:pt x="1220588" y="-5247"/>
                    <a:pt x="1567048" y="1888"/>
                    <a:pt x="1743398" y="0"/>
                  </a:cubicBezTo>
                  <a:cubicBezTo>
                    <a:pt x="1919748" y="-1888"/>
                    <a:pt x="2096828" y="-18556"/>
                    <a:pt x="2314511" y="0"/>
                  </a:cubicBezTo>
                  <a:cubicBezTo>
                    <a:pt x="2532194" y="18556"/>
                    <a:pt x="2773515" y="-30998"/>
                    <a:pt x="3005859" y="0"/>
                  </a:cubicBezTo>
                  <a:cubicBezTo>
                    <a:pt x="2987157" y="118191"/>
                    <a:pt x="3002019" y="391306"/>
                    <a:pt x="3005859" y="516498"/>
                  </a:cubicBezTo>
                  <a:cubicBezTo>
                    <a:pt x="3009699" y="641690"/>
                    <a:pt x="3008981" y="877810"/>
                    <a:pt x="3005859" y="1003760"/>
                  </a:cubicBezTo>
                  <a:cubicBezTo>
                    <a:pt x="3002737" y="1129710"/>
                    <a:pt x="3025493" y="1335500"/>
                    <a:pt x="3005859" y="1461786"/>
                  </a:cubicBezTo>
                  <a:cubicBezTo>
                    <a:pt x="2840317" y="1474248"/>
                    <a:pt x="2604091" y="1467429"/>
                    <a:pt x="2464804" y="1461786"/>
                  </a:cubicBezTo>
                  <a:cubicBezTo>
                    <a:pt x="2325518" y="1456143"/>
                    <a:pt x="2096952" y="1457903"/>
                    <a:pt x="1863633" y="1461786"/>
                  </a:cubicBezTo>
                  <a:cubicBezTo>
                    <a:pt x="1630314" y="1465669"/>
                    <a:pt x="1483968" y="1445477"/>
                    <a:pt x="1262461" y="1461786"/>
                  </a:cubicBezTo>
                  <a:cubicBezTo>
                    <a:pt x="1040954" y="1478095"/>
                    <a:pt x="918307" y="1440121"/>
                    <a:pt x="691348" y="1461786"/>
                  </a:cubicBezTo>
                  <a:cubicBezTo>
                    <a:pt x="464389" y="1483451"/>
                    <a:pt x="305996" y="1480305"/>
                    <a:pt x="0" y="1461786"/>
                  </a:cubicBezTo>
                  <a:cubicBezTo>
                    <a:pt x="-10709" y="1242757"/>
                    <a:pt x="14520" y="1101216"/>
                    <a:pt x="0" y="945288"/>
                  </a:cubicBezTo>
                  <a:cubicBezTo>
                    <a:pt x="-14520" y="789360"/>
                    <a:pt x="-13595" y="604217"/>
                    <a:pt x="0" y="428791"/>
                  </a:cubicBezTo>
                  <a:cubicBezTo>
                    <a:pt x="13595" y="253365"/>
                    <a:pt x="-14699" y="160368"/>
                    <a:pt x="0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9" dirty="0"/>
            </a:p>
          </p:txBody>
        </p:sp>
        <p:cxnSp>
          <p:nvCxnSpPr>
            <p:cNvPr id="25" name="Curved Connector 24">
              <a:extLst>
                <a:ext uri="{FF2B5EF4-FFF2-40B4-BE49-F238E27FC236}">
                  <a16:creationId xmlns:a16="http://schemas.microsoft.com/office/drawing/2014/main" id="{2205A775-41F0-4D53-8E98-97E335998F58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>
              <a:off x="2242061" y="570157"/>
              <a:ext cx="298436" cy="1270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accent2">
                  <a:lumMod val="75000"/>
                </a:schemeClr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FB8246-5005-E1BE-7403-161BAE35F935}"/>
                </a:ext>
              </a:extLst>
            </p:cNvPr>
            <p:cNvSpPr txBox="1"/>
            <p:nvPr/>
          </p:nvSpPr>
          <p:spPr>
            <a:xfrm>
              <a:off x="2470694" y="375300"/>
              <a:ext cx="6786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</a:t>
              </a:r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329DC273-B102-9F5D-CEA3-63DE1E27C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432106" y="294495"/>
              <a:ext cx="426016" cy="1524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B480FE-B0D2-3A3F-FD56-1E9784092FA6}"/>
                </a:ext>
              </a:extLst>
            </p:cNvPr>
            <p:cNvSpPr txBox="1"/>
            <p:nvPr/>
          </p:nvSpPr>
          <p:spPr>
            <a:xfrm>
              <a:off x="6320882" y="-289018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aegu" pitchFamily="2" charset="0"/>
                </a:rPr>
                <a:t>Memory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FDFA45D-FB80-7473-15AD-5510CE9817D2}"/>
              </a:ext>
            </a:extLst>
          </p:cNvPr>
          <p:cNvGrpSpPr/>
          <p:nvPr/>
        </p:nvGrpSpPr>
        <p:grpSpPr>
          <a:xfrm>
            <a:off x="1905137" y="2985447"/>
            <a:ext cx="407468" cy="588301"/>
            <a:chOff x="1668759" y="-13958058"/>
            <a:chExt cx="487848" cy="22198517"/>
          </a:xfrm>
        </p:grpSpPr>
        <p:cxnSp>
          <p:nvCxnSpPr>
            <p:cNvPr id="22" name="Straight Arrow Connector 55">
              <a:extLst>
                <a:ext uri="{FF2B5EF4-FFF2-40B4-BE49-F238E27FC236}">
                  <a16:creationId xmlns:a16="http://schemas.microsoft.com/office/drawing/2014/main" id="{983D9F78-2D6B-5B7B-1CC8-21E49EACB0D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-7504250" y="-4785019"/>
              <a:ext cx="18833896" cy="487818"/>
            </a:xfrm>
            <a:prstGeom prst="bentConnector3">
              <a:avLst>
                <a:gd name="adj1" fmla="val 100645"/>
              </a:avLst>
            </a:prstGeom>
            <a:ln w="19050" cap="rnd" cmpd="sng">
              <a:solidFill>
                <a:schemeClr val="tx1"/>
              </a:solidFill>
              <a:prstDash val="dash"/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D23E4E-CD3B-49CB-B537-83E58C7B9B9B}"/>
                </a:ext>
              </a:extLst>
            </p:cNvPr>
            <p:cNvSpPr/>
            <p:nvPr/>
          </p:nvSpPr>
          <p:spPr>
            <a:xfrm>
              <a:off x="1668759" y="7932682"/>
              <a:ext cx="343070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 descr="A black square with white lines&#10;&#10;Description automatically generated">
            <a:extLst>
              <a:ext uri="{FF2B5EF4-FFF2-40B4-BE49-F238E27FC236}">
                <a16:creationId xmlns:a16="http://schemas.microsoft.com/office/drawing/2014/main" id="{C0809252-0B66-748D-8704-E28CC285B5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2117" y="4020857"/>
            <a:ext cx="681335" cy="6258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712420-B60D-2AEF-E129-25CDE9D7C9AA}"/>
              </a:ext>
            </a:extLst>
          </p:cNvPr>
          <p:cNvSpPr txBox="1"/>
          <p:nvPr/>
        </p:nvSpPr>
        <p:spPr>
          <a:xfrm>
            <a:off x="3349137" y="3609446"/>
            <a:ext cx="67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Bye…</a:t>
            </a:r>
          </a:p>
        </p:txBody>
      </p:sp>
    </p:spTree>
    <p:extLst>
      <p:ext uri="{BB962C8B-B14F-4D97-AF65-F5344CB8AC3E}">
        <p14:creationId xmlns:p14="http://schemas.microsoft.com/office/powerpoint/2010/main" val="2260243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28130</TotalTime>
  <Words>549</Words>
  <Application>Microsoft Macintosh PowerPoint</Application>
  <PresentationFormat>Custom</PresentationFormat>
  <Paragraphs>177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Gaegu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Charlotte Pierce</cp:lastModifiedBy>
  <cp:revision>153</cp:revision>
  <dcterms:created xsi:type="dcterms:W3CDTF">2023-09-06T05:00:29Z</dcterms:created>
  <dcterms:modified xsi:type="dcterms:W3CDTF">2024-02-12T00:04:59Z</dcterms:modified>
  <cp:category/>
</cp:coreProperties>
</file>